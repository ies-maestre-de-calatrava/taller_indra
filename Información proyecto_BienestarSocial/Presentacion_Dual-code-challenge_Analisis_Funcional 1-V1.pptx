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58.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3.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35.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36.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37.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38.xml" ContentType="application/vnd.openxmlformats-officedocument.presentationml.slideLayout+xml"/>
  <Override PartName="/ppt/slideLayouts/slideLayout55.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54.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57.xml" ContentType="application/vnd.openxmlformats-officedocument.presentationml.slideLayout+xml"/>
  <Override PartName="/ppt/slideLayouts/slideLayout28.xml" ContentType="application/vnd.openxmlformats-officedocument.presentationml.slideLayout+xml"/>
  <Override PartName="/ppt/slideLayouts/slideLayout56.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lt1"/>
                </a:solidFill>
                <a:effectLst/>
                <a:uFillTx/>
                <a:latin typeface="Corbel"/>
              </a:rPr>
              <a:t>Pulse para desplazar la diapositiva</a:t>
            </a:r>
            <a:endParaRPr lang="en-US" sz="1800" b="0" u="none" strike="noStrike">
              <a:solidFill>
                <a:schemeClr val="lt1"/>
              </a:solidFill>
              <a:effectLst/>
              <a:uFillTx/>
              <a:latin typeface="Corbel"/>
            </a:endParaRPr>
          </a:p>
        </p:txBody>
      </p:sp>
      <p:sp>
        <p:nvSpPr>
          <p:cNvPr id="47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47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480" name="PlaceHolder 4"/>
          <p:cNvSpPr>
            <a:spLocks noGrp="1"/>
          </p:cNvSpPr>
          <p:nvPr>
            <p:ph type="dt" idx="142"/>
          </p:nvPr>
        </p:nvSpPr>
        <p:spPr>
          <a:xfrm>
            <a:off x="4278960" y="0"/>
            <a:ext cx="3280680" cy="534240"/>
          </a:xfrm>
          <a:prstGeom prst="rect">
            <a:avLst/>
          </a:prstGeom>
          <a:noFill/>
          <a:ln w="0">
            <a:noFill/>
          </a:ln>
        </p:spPr>
        <p:txBody>
          <a:bodyPr lIns="0" rIns="0" t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481" name="PlaceHolder 5"/>
          <p:cNvSpPr>
            <a:spLocks noGrp="1"/>
          </p:cNvSpPr>
          <p:nvPr>
            <p:ph type="ftr" idx="143"/>
          </p:nvPr>
        </p:nvSpPr>
        <p:spPr>
          <a:xfrm>
            <a:off x="0" y="10157400"/>
            <a:ext cx="3280680" cy="534240"/>
          </a:xfrm>
          <a:prstGeom prst="rect">
            <a:avLst/>
          </a:prstGeom>
          <a:noFill/>
          <a:ln w="0">
            <a:noFill/>
          </a:ln>
        </p:spPr>
        <p:txBody>
          <a:bodyPr lIns="0" rIns="0" tIns="0" bIns="0" anchor="b">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82" name="PlaceHolder 6"/>
          <p:cNvSpPr>
            <a:spLocks noGrp="1"/>
          </p:cNvSpPr>
          <p:nvPr>
            <p:ph type="sldNum" idx="144"/>
          </p:nvPr>
        </p:nvSpPr>
        <p:spPr>
          <a:xfrm>
            <a:off x="4278960" y="10157400"/>
            <a:ext cx="3280680" cy="534240"/>
          </a:xfrm>
          <a:prstGeom prst="rect">
            <a:avLst/>
          </a:prstGeom>
          <a:noFill/>
          <a:ln w="0">
            <a:noFill/>
          </a:ln>
        </p:spPr>
        <p:txBody>
          <a:bodyPr lIns="0" rIns="0" t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6EC9DF64-BF7A-4E02-83C8-A92639A3881F}"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6040" cy="308592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r>
              <a:rPr lang="en-US" sz="2000" b="0" u="none" strike="noStrike">
                <a:solidFill>
                  <a:srgbClr val="000000"/>
                </a:solidFill>
                <a:effectLst/>
                <a:uFillTx/>
                <a:latin typeface="Arial"/>
              </a:rPr>
              <a:t>El contenido generado por IA puede ser incorrecto.</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09" name="PlaceHolder 3"/>
          <p:cNvSpPr>
            <a:spLocks noGrp="1"/>
          </p:cNvSpPr>
          <p:nvPr>
            <p:ph type="sldNum" idx="145"/>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6040" cy="308592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¿Qué es este proyecto?</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12" name="PlaceHolder 3"/>
          <p:cNvSpPr>
            <a:spLocks noGrp="1"/>
          </p:cNvSpPr>
          <p:nvPr>
            <p:ph type="sldNum" idx="146"/>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Este proyecto plantea el desarrollo de un prototipo completo que va mucho más allá de crear una simple aplicación con gráficas. El objetivo es que el alumnado entienda y construya un sistema integral capaz de recoger datos, almacenarlos, procesarlos y transformarlos en información útil para un usuario final. En el contexto del hackatón, el sistema parte del uso de un juguete —un cochecito de choque— que genera datos mientras es utilizado por niños dentro de un entorno terapéutico. Estos datos no tienen valor por sí solos, sino que adquieren sentido cuando se organizan, se analizan y se presentan de forma clara.</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El proyecto permite trabajar todo el ciclo de vida de los datos: desde su origen (real o simulado), pasando por su persistencia en un sistema de almacenamiento, hasta su posterior tratamiento para obtener métricas e indicadores. La aplicación web actúa como la capa visible del sistema, pero detrás existe una lógica que da coherencia a todo el conjunto. Es importante que el alumnado comprenda que el reto no consiste en replicar una tecnología concreta ni seguir un tutorial paso a paso, sino en entender el problema, analizar qué información es relevante y diseñar una solución técnica razonada.</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Durante el hackatón, este análisis funcional sirve como guía para tomar decisiones: qué datos recoger, cómo estructurarlos, qué cálculos son necesarios y cómo mostrar los resultados de forma comprensible. El foco está en el razonamiento, en la claridad del diseño y en la capacidad de justificar cada elección. De esta manera, el proyecto se convierte en un ejercicio realista de análisis, diseño y desarrollo de un sistema software completo, muy alineado con situaciones que encontrarán en el ámbito profesional.</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15" name="PlaceHolder 3"/>
          <p:cNvSpPr>
            <a:spLocks noGrp="1"/>
          </p:cNvSpPr>
          <p:nvPr>
            <p:ph type="sldNum" idx="147"/>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Objetivo general y objetivos específicos</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18" name="PlaceHolder 3"/>
          <p:cNvSpPr>
            <a:spLocks noGrp="1"/>
          </p:cNvSpPr>
          <p:nvPr>
            <p:ph type="sldNum" idx="148"/>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Usuario principal y usuario indirecto</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21" name="PlaceHolder 3"/>
          <p:cNvSpPr>
            <a:spLocks noGrp="1"/>
          </p:cNvSpPr>
          <p:nvPr>
            <p:ph type="sldNum" idx="149"/>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El sistema está diseñado pensando en diferentes tipos de usuarios, aunque no todos interactúan directamente con la aplicación. El usuario principal es el profesional, que puede ser un fisioterapeuta, un docente o una persona encargada de analizar los datos. Este usuario necesita acceder a la aplicación web, seleccionar a un usuario o paciente y consultar la información generada a partir del uso del juguete. Su prioridad es entender los datos de forma rápida y clara, sin necesidad de conocimientos técnicos avanzados.</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El profesional debe poder ver los datos organizados por días y semanas, comparar periodos y detectar tendencias. Por ello, la interfaz y las funcionalidades del sistema están orientadas a facilitar la interpretación visual y el análisis sencillo. Las gráficas, los resúmenes y los informes automáticos están pensados específicamente para este perfil.</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Por otro lado, existe un usuario indirecto: el niño o la persona que utiliza el juguete. Este usuario no interactúa con la aplicación web ni toma decisiones sobre el sistema digital. Su única función es generar los datos a través del uso del cochecito durante las sesiones. Aun así, su papel es fundamental, ya que sin su interacción no existirían los datos que el sistema analiza.</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Diferenciar claramente entre usuario principal e indirecto ayuda al alumnado a diseñar correctamente el sistema. Permite entender para quién se construye la aplicación web, quién consume la información y quién simplemente produce los datos. Esta distinción es clave en cualquier análisis funcional y evita errores comunes, como diseñar interfaces innecesarias o funcionalidades que no aportan valor real al usuario final.</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24" name="PlaceHolder 3"/>
          <p:cNvSpPr>
            <a:spLocks noGrp="1"/>
          </p:cNvSpPr>
          <p:nvPr>
            <p:ph type="sldNum" idx="150"/>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Qué incluye y qué no incluye el proyecto</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27" name="PlaceHolder 3"/>
          <p:cNvSpPr>
            <a:spLocks noGrp="1"/>
          </p:cNvSpPr>
          <p:nvPr>
            <p:ph type="sldNum" idx="151"/>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Definir el alcance del proyecto es fundamental para que el alumnado sepa hasta dónde debe llegar durante el hackatón y qué aspectos quedan fuera del objetivo. Dentro del alcance se encuentra el desarrollo de un sistema funcional, capaz de recoger o simular datos, almacenarlos de forma estructurada y procesarlos para su posterior visualización. El proyecto debe cubrir todo el flujo de datos, desde su entrada hasta su presentación final en la aplicación web.</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También forma parte del alcance el procesamiento de los datos dentro de la propia aplicación, incluyendo cálculos de métricas, agregaciones y generación de resúmenes. La visualización mediante gráficas claras es un elemento clave, ya que permite comprobar que los datos tienen sentido y que el sistema aporta valor al usuario. Además, se contempla la posibilidad de generar resúmenes de uso, como informes semanales, que sintetizan la información más relevante.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Sin embargo, hay aspectos que quedan explícitamente fuera del alcance. El proyecto no busca la certificación médica ni la validación clínica de las métricas obtenidas. Tampoco se exige una precisión científica absoluta ni la creación de un producto final listo para producción o comercialización. Estas limitaciones permiten centrar el esfuerzo en el aprendizaje y en la construcción de un prototipo coherente.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Tener claro el alcance ayuda a gestionar el tiempo del hackatón y evita frustraciones. El alumnado puede concentrarse en demostrar que entiende el problema y que es capaz de diseñar una solución funcional, sin preocuparse por requisitos que no son realistas en un entorno educativo y con tiempo limitado.</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30" name="PlaceHolder 3"/>
          <p:cNvSpPr>
            <a:spLocks noGrp="1"/>
          </p:cNvSpPr>
          <p:nvPr>
            <p:ph type="sldNum" idx="152"/>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Tipos de datos y tratamiento de la información</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33" name="PlaceHolder 3"/>
          <p:cNvSpPr>
            <a:spLocks noGrp="1"/>
          </p:cNvSpPr>
          <p:nvPr>
            <p:ph type="sldNum" idx="153"/>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El sistema maneja dos grandes tipos de datos que constituyen la base de todo el análisis. Por un lado, se encuentran los datos de movimiento diario, que representan el tiempo total de uso del juguete asociado a una fecha concreta. Este tipo de dato permite tener una visión general de cuánto se utiliza el cochecito cada día y sirve como punto de partida para análisis más profundos.</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Por otro lado, el sistema trabaja con datos de sesiones de uso. Cada sesión puede incluir información más detallada, como el número de aceleraciones bruscas, colisiones o paradas, así como el tiempo de movimiento y distintos indicadores de calidad, como estabilidad o puntuaciones calculadas. Estos datos permiten analizar no solo cuánto se usa el juguete, sino cómo se utiliza, aportando un valor añadido al sistema.</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Antes de mostrar la información, es necesario procesar los datos. Este procesamiento incluye varias fases. En primer lugar, la normalización, que consiste en convertir unidades y ordenar los datos por fecha para garantizar coherencia. En segundo lugar, la agregación diaria, donde se resumen todas las sesiones de un mismo día, sumando eventos y calculando medias. Finalmente, los datos se agrupan por semanas, utilizando bloques de siete días que no dependen del calendario real.</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Este tratamiento de la información permite analizar la evolución del uso a lo largo del tiempo y simplifica la visualización. Para el alumnado, entender este flujo de procesamiento es clave, ya que conecta los datos en bruto con las gráficas y los informes que verá el usuario final.</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36" name="PlaceHolder 3"/>
          <p:cNvSpPr>
            <a:spLocks noGrp="1"/>
          </p:cNvSpPr>
          <p:nvPr>
            <p:ph type="sldNum" idx="154"/>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Aplicación web, informes y enfoque del hackatón</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39" name="PlaceHolder 3"/>
          <p:cNvSpPr>
            <a:spLocks noGrp="1"/>
          </p:cNvSpPr>
          <p:nvPr>
            <p:ph type="sldNum" idx="155"/>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a:t>
            </a: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Esta diapositiva hace referencia a información del siguiente archivo: https://crfpcastilla-my.sharepoint.com/personal/ammd07_educastillalamancha_es/_layouts/15/Doc.aspx?sourcedoc=%7B6AA99292-6821-42F8-B9F2-3F71BDFCDEEA%7D&amp;file=An%C3%A1lisis%20funcional%20propuesto%20p.docx&amp;action=default&amp;mobileredirect=true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La aplicación web es el punto de interacción principal para el usuario profesional y concentra varias funcionalidades clave. En primer lugar, permite la selección de usuarios, de modo que al cambiar de usuario se actualizan automáticamente todos los datos mostrados. Esta funcionalidad refuerza la idea de que el sistema debe ser dinámico y adaptable a distintos perfiles.</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En cuanto a la visualización, la aplicación muestra gráficas de tiempo de uso y gráficas de sesiones que combinan distintos tipos de información, como eventos y métricas de calidad. Esta combinación ayuda a interpretar los datos desde diferentes perspectivas. Además, el sistema ofrece navegación temporal, con controles para cambiar de semana y actualizar las gráficas sin necesidad de recargar la página. También se contempla una vista ampliada de las gráficas para realizar análisis más detallados.</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Otra funcionalidad importante es la generación de informes automáticos. Estos informes resumen la información semanal, incluyendo tiempo total de uso, medias diarias, días de mayor y menor actividad y número de sesiones. El objetivo es ofrecer una visión sintética y fácil de compartir.</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Más allá de las funcionalidades concretas, la filosofía del proyecto es un elemento central del hackatón. No se trata de usar una herramienta específica, sino de entender un problema real, diseñar una solución completa y justificar las decisiones técnicas tomadas. El análisis funcional actúa como guía y referencia constante. Si el alumnado comprende bien este documento y lo traduce en un diseño coherente, el resultado técnico será sólido y defendible.</a:t>
            </a:r>
            <a:endParaRPr lang="es-ES" sz="2000" b="0" u="none" strike="noStrike">
              <a:solidFill>
                <a:srgbClr val="000000"/>
              </a:solidFill>
              <a:effectLst/>
              <a:uFillTx/>
              <a:latin typeface="Arial"/>
            </a:endParaRPr>
          </a:p>
          <a:p>
            <a:pPr indent="0">
              <a:buNone/>
            </a:pPr>
            <a:endParaRPr lang="es-ES" sz="2000" b="0" u="none" strike="noStrike">
              <a:solidFill>
                <a:srgbClr val="000000"/>
              </a:solidFill>
              <a:effectLst/>
              <a:uFillTx/>
              <a:latin typeface="Arial"/>
            </a:endParaRPr>
          </a:p>
          <a:p>
            <a:pPr indent="0">
              <a:lnSpc>
                <a:spcPct val="100000"/>
              </a:lnSpc>
              <a:buNone/>
            </a:pPr>
            <a:endParaRPr lang="es-ES" sz="2000" b="0" u="none" strike="noStrike">
              <a:solidFill>
                <a:srgbClr val="000000"/>
              </a:solidFill>
              <a:effectLst/>
              <a:uFillTx/>
              <a:latin typeface="Arial"/>
            </a:endParaRPr>
          </a:p>
        </p:txBody>
      </p:sp>
      <p:sp>
        <p:nvSpPr>
          <p:cNvPr id="542" name="PlaceHolder 3"/>
          <p:cNvSpPr>
            <a:spLocks noGrp="1"/>
          </p:cNvSpPr>
          <p:nvPr>
            <p:ph type="sldNum" idx="156"/>
          </p:nvPr>
        </p:nvSpPr>
        <p:spPr>
          <a:xfrm>
            <a:off x="3884760" y="8685360"/>
            <a:ext cx="2971440" cy="458280"/>
          </a:xfrm>
          <a:prstGeom prst="rect">
            <a:avLst/>
          </a:prstGeom>
          <a:noFill/>
          <a:ln w="0">
            <a:noFill/>
          </a:ln>
        </p:spPr>
        <p:txBody>
          <a:bodyPr lIns="91440" rIns="91440" tIns="45720" bIns="45720" anchor="b">
            <a:noAutofit/>
          </a:bodyPr>
          <a:p>
            <a:pPr indent="0">
              <a:buNone/>
            </a:pPr>
            <a:endParaRPr lang="es-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p:bg>
      <p:bgPr>
        <a:solidFill>
          <a:srgbClr val="3d47a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346720" y="3331440"/>
            <a:ext cx="6295320" cy="2065320"/>
          </a:xfrm>
          <a:prstGeom prst="rect">
            <a:avLst/>
          </a:prstGeom>
          <a:noFill/>
          <a:ln w="0">
            <a:noFill/>
          </a:ln>
        </p:spPr>
        <p:txBody>
          <a:bodyPr lIns="91440" rIns="91440" tIns="45720" bIns="45720" anchor="b">
            <a:noAutofit/>
          </a:bodyPr>
          <a:p>
            <a:pPr indent="0" defTabSz="914400">
              <a:lnSpc>
                <a:spcPct val="90000"/>
              </a:lnSpc>
              <a:buNone/>
            </a:pPr>
            <a:r>
              <a:rPr lang="es" sz="5200" b="0" u="none" strike="noStrike" cap="all">
                <a:solidFill>
                  <a:schemeClr val="lt1"/>
                </a:solidFill>
                <a:effectLst/>
                <a:uFillTx/>
                <a:latin typeface="Verdana Pro Black"/>
              </a:rPr>
              <a:t>Haga clic para modificar el estilo de título del patrón</a:t>
            </a:r>
            <a:endParaRPr lang="en-US" sz="5200" b="0" u="none" strike="noStrike">
              <a:solidFill>
                <a:schemeClr val="lt1"/>
              </a:solidFill>
              <a:effectLst/>
              <a:uFillTx/>
              <a:latin typeface="Corbel"/>
            </a:endParaRPr>
          </a:p>
        </p:txBody>
      </p:sp>
      <p:sp>
        <p:nvSpPr>
          <p:cNvPr id="3" name="Forma libre: Forma 7"/>
          <p:cNvSpPr/>
          <p:nvPr/>
        </p:nvSpPr>
        <p:spPr>
          <a:xfrm>
            <a:off x="10661040" y="1378080"/>
            <a:ext cx="360" cy="360"/>
          </a:xfrm>
          <a:custGeom>
            <a:avLst/>
            <a:gdLst>
              <a:gd name="textAreaLeft" fmla="*/ 0 w 360"/>
              <a:gd name="textAreaRight" fmla="*/ 720 w 360"/>
              <a:gd name="textAreaTop" fmla="*/ 0 h 360"/>
              <a:gd name="textAreaBottom" fmla="*/ 720 h 360"/>
              <a:gd name="GluePoint1X" fmla="*/ 343 w 343"/>
              <a:gd name="GluePoint1Y" fmla="*/ 0 h 374"/>
              <a:gd name="GluePoint2X" fmla="*/ 107 w 343"/>
              <a:gd name="GluePoint2Y" fmla="*/ 293 h 374"/>
              <a:gd name="GluePoint3X" fmla="*/ 0 w 343"/>
              <a:gd name="GluePoint3Y" fmla="*/ 374 h 374"/>
              <a:gd name="GluePoint4X" fmla="*/ 343 w 343"/>
              <a:gd name="GluePoint4Y" fmla="*/ 0 h 3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43" h="374">
                <a:moveTo>
                  <a:pt x="343" y="0"/>
                </a:moveTo>
                <a:lnTo>
                  <a:pt x="107" y="293"/>
                </a:lnTo>
                <a:lnTo>
                  <a:pt x="0" y="374"/>
                </a:lnTo>
                <a:lnTo>
                  <a:pt x="343"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 name="Forma libre: Forma 8"/>
          <p:cNvSpPr/>
          <p:nvPr/>
        </p:nvSpPr>
        <p:spPr>
          <a:xfrm>
            <a:off x="10661040" y="1378080"/>
            <a:ext cx="360" cy="360"/>
          </a:xfrm>
          <a:custGeom>
            <a:avLst/>
            <a:gdLst>
              <a:gd name="textAreaLeft" fmla="*/ 0 w 360"/>
              <a:gd name="textAreaRight" fmla="*/ 720 w 360"/>
              <a:gd name="textAreaTop" fmla="*/ 0 h 360"/>
              <a:gd name="textAreaBottom" fmla="*/ 720 h 360"/>
              <a:gd name="GluePoint1X" fmla="*/ 343 w 343"/>
              <a:gd name="GluePoint1Y" fmla="*/ 0 h 374"/>
              <a:gd name="GluePoint2X" fmla="*/ 107 w 343"/>
              <a:gd name="GluePoint2Y" fmla="*/ 293 h 374"/>
              <a:gd name="GluePoint3X" fmla="*/ 0 w 343"/>
              <a:gd name="GluePoint3Y" fmla="*/ 374 h 374"/>
              <a:gd name="GluePoint4X" fmla="*/ 343 w 343"/>
              <a:gd name="GluePoint4Y" fmla="*/ 0 h 3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43" h="374">
                <a:moveTo>
                  <a:pt x="343" y="0"/>
                </a:moveTo>
                <a:lnTo>
                  <a:pt x="107" y="293"/>
                </a:lnTo>
                <a:lnTo>
                  <a:pt x="0" y="374"/>
                </a:lnTo>
                <a:lnTo>
                  <a:pt x="343"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 name="Forma libre: Forma 9"/>
          <p:cNvSpPr/>
          <p:nvPr/>
        </p:nvSpPr>
        <p:spPr>
          <a:xfrm>
            <a:off x="0" y="440280"/>
            <a:ext cx="1786680" cy="4665960"/>
          </a:xfrm>
          <a:custGeom>
            <a:avLst/>
            <a:gdLst>
              <a:gd name="textAreaLeft" fmla="*/ 0 w 1786680"/>
              <a:gd name="textAreaRight" fmla="*/ 1787040 w 1786680"/>
              <a:gd name="textAreaTop" fmla="*/ 0 h 4665960"/>
              <a:gd name="textAreaBottom" fmla="*/ 4666320 h 4665960"/>
              <a:gd name="GluePoint1X" fmla="*/ 0 w 1786996"/>
              <a:gd name="GluePoint1Y" fmla="*/ 0 h 4666392"/>
              <a:gd name="GluePoint2X" fmla="*/ 103818 w 1786996"/>
              <a:gd name="GluePoint2Y" fmla="*/ 63442 h 4666392"/>
              <a:gd name="GluePoint3X" fmla="*/ 311520 w 1786996"/>
              <a:gd name="GluePoint3Y" fmla="*/ 223245 h 4666392"/>
              <a:gd name="GluePoint4X" fmla="*/ 1002657 w 1786996"/>
              <a:gd name="GluePoint4Y" fmla="*/ 1371980 h 4666392"/>
              <a:gd name="GluePoint5X" fmla="*/ 1224323 w 1786996"/>
              <a:gd name="GluePoint5Y" fmla="*/ 2475149 h 4666392"/>
              <a:gd name="GluePoint6X" fmla="*/ 1684442 w 1786996"/>
              <a:gd name="GluePoint6Y" fmla="*/ 4097350 h 4666392"/>
              <a:gd name="GluePoint7X" fmla="*/ 1786996 w 1786996"/>
              <a:gd name="GluePoint7Y" fmla="*/ 4250659 h 4666392"/>
              <a:gd name="GluePoint8X" fmla="*/ 1365128 w 1786996"/>
              <a:gd name="GluePoint8Y" fmla="*/ 4666392 h 4666392"/>
              <a:gd name="GluePoint9X" fmla="*/ 1352498 w 1786996"/>
              <a:gd name="GluePoint9Y" fmla="*/ 4651000 h 4666392"/>
              <a:gd name="GluePoint10X" fmla="*/ 646433 w 1786996"/>
              <a:gd name="GluePoint10Y" fmla="*/ 2564030 h 4666392"/>
              <a:gd name="GluePoint11X" fmla="*/ 441974 w 1786996"/>
              <a:gd name="GluePoint11Y" fmla="*/ 1538151 h 4666392"/>
              <a:gd name="GluePoint12X" fmla="*/ 8304 w 1786996"/>
              <a:gd name="GluePoint12Y" fmla="*/ 742216 h 4666392"/>
              <a:gd name="GluePoint13X" fmla="*/ 0 w 1786996"/>
              <a:gd name="GluePoint13Y" fmla="*/ 734233 h 4666392"/>
              <a:gd name="GluePoint14X" fmla="*/ 0 w 1786996"/>
              <a:gd name="GluePoint14Y" fmla="*/ 0 h 46663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6" name="Forma libre: Forma 10"/>
          <p:cNvSpPr/>
          <p:nvPr/>
        </p:nvSpPr>
        <p:spPr>
          <a:xfrm rot="2764200">
            <a:off x="1585440" y="4559400"/>
            <a:ext cx="2097720" cy="1542960"/>
          </a:xfrm>
          <a:custGeom>
            <a:avLst/>
            <a:gdLst>
              <a:gd name="textAreaLeft" fmla="*/ 0 w 2097720"/>
              <a:gd name="textAreaRight" fmla="*/ 2098080 w 2097720"/>
              <a:gd name="textAreaTop" fmla="*/ 0 h 1542960"/>
              <a:gd name="textAreaBottom" fmla="*/ 1543320 h 1542960"/>
              <a:gd name="GluePoint1X" fmla="*/ 0 w 2098078"/>
              <a:gd name="GluePoint1Y" fmla="*/ 937894 h 1543205"/>
              <a:gd name="GluePoint2X" fmla="*/ 57389 w 2098078"/>
              <a:gd name="GluePoint2Y" fmla="*/ 948173 h 1543205"/>
              <a:gd name="GluePoint3X" fmla="*/ 984878 w 2098078"/>
              <a:gd name="GluePoint3Y" fmla="*/ 771250 h 1543205"/>
              <a:gd name="GluePoint4X" fmla="*/ 1507098 w 2098078"/>
              <a:gd name="GluePoint4Y" fmla="*/ 136811 h 1543205"/>
              <a:gd name="GluePoint5X" fmla="*/ 1525655 w 2098078"/>
              <a:gd name="GluePoint5Y" fmla="*/ 19495 h 1543205"/>
              <a:gd name="GluePoint6X" fmla="*/ 1526207 w 2098078"/>
              <a:gd name="GluePoint6Y" fmla="*/ 0 h 1543205"/>
              <a:gd name="GluePoint7X" fmla="*/ 2098078 w 2098078"/>
              <a:gd name="GluePoint7Y" fmla="*/ 142312 h 1543205"/>
              <a:gd name="GluePoint8X" fmla="*/ 2077395 w 2098078"/>
              <a:gd name="GluePoint8Y" fmla="*/ 265811 h 1543205"/>
              <a:gd name="GluePoint9X" fmla="*/ 1748052 w 2098078"/>
              <a:gd name="GluePoint9Y" fmla="*/ 905297 h 1543205"/>
              <a:gd name="GluePoint10X" fmla="*/ 1748364 w 2098078"/>
              <a:gd name="GluePoint10Y" fmla="*/ 902971 h 1543205"/>
              <a:gd name="GluePoint11X" fmla="*/ 1265175 w 2098078"/>
              <a:gd name="GluePoint11Y" fmla="*/ 1284293 h 1543205"/>
              <a:gd name="GluePoint12X" fmla="*/ 150117 w 2098078"/>
              <a:gd name="GluePoint12Y" fmla="*/ 1541581 h 1543205"/>
              <a:gd name="GluePoint13X" fmla="*/ 6676 w 2098078"/>
              <a:gd name="GluePoint13Y" fmla="*/ 1530146 h 1543205"/>
              <a:gd name="GluePoint14X" fmla="*/ 0 w 2098078"/>
              <a:gd name="GluePoint14Y" fmla="*/ 937894 h 15432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7" name="Forma libre: Forma 11"/>
          <p:cNvSpPr/>
          <p:nvPr/>
        </p:nvSpPr>
        <p:spPr>
          <a:xfrm rot="2764200">
            <a:off x="1680480" y="691200"/>
            <a:ext cx="4259160" cy="4057200"/>
          </a:xfrm>
          <a:custGeom>
            <a:avLst/>
            <a:gdLst>
              <a:gd name="textAreaLeft" fmla="*/ 0 w 4259160"/>
              <a:gd name="textAreaRight" fmla="*/ 4259520 w 4259160"/>
              <a:gd name="textAreaTop" fmla="*/ 0 h 4057200"/>
              <a:gd name="textAreaBottom" fmla="*/ 4057560 h 4057200"/>
              <a:gd name="GluePoint1X" fmla="*/ 219347 w 4259634"/>
              <a:gd name="GluePoint1Y" fmla="*/ 332112 h 4057556"/>
              <a:gd name="GluePoint2X" fmla="*/ 461132 w 4259634"/>
              <a:gd name="GluePoint2Y" fmla="*/ 142591 h 4057556"/>
              <a:gd name="GluePoint3X" fmla="*/ 996504 w 4259634"/>
              <a:gd name="GluePoint3Y" fmla="*/ 212 h 4057556"/>
              <a:gd name="GluePoint4X" fmla="*/ 1184588 w 4259634"/>
              <a:gd name="GluePoint4Y" fmla="*/ 10673 h 4057556"/>
              <a:gd name="GluePoint5X" fmla="*/ 1267317 w 4259634"/>
              <a:gd name="GluePoint5Y" fmla="*/ 25547 h 4057556"/>
              <a:gd name="GluePoint6X" fmla="*/ 1267317 w 4259634"/>
              <a:gd name="GluePoint6Y" fmla="*/ 621561 h 4057556"/>
              <a:gd name="GluePoint7X" fmla="*/ 1264061 w 4259634"/>
              <a:gd name="GluePoint7Y" fmla="*/ 620663 h 4057556"/>
              <a:gd name="GluePoint8X" fmla="*/ 1007338 w 4259634"/>
              <a:gd name="GluePoint8Y" fmla="*/ 585479 h 4057556"/>
              <a:gd name="GluePoint9X" fmla="*/ 603339 w 4259634"/>
              <a:gd name="GluePoint9Y" fmla="*/ 800910 h 4057556"/>
              <a:gd name="GluePoint10X" fmla="*/ 645587 w 4259634"/>
              <a:gd name="GluePoint10Y" fmla="*/ 1150589 h 4057556"/>
              <a:gd name="GluePoint11X" fmla="*/ 1152754 w 4259634"/>
              <a:gd name="GluePoint11Y" fmla="*/ 1602447 h 4057556"/>
              <a:gd name="GluePoint12X" fmla="*/ 1999912 w 4259634"/>
              <a:gd name="GluePoint12Y" fmla="*/ 1831952 h 4057556"/>
              <a:gd name="GluePoint13X" fmla="*/ 2902064 w 4259634"/>
              <a:gd name="GluePoint13Y" fmla="*/ 2078633 h 4057556"/>
              <a:gd name="GluePoint14X" fmla="*/ 3916012 w 4259634"/>
              <a:gd name="GluePoint14Y" fmla="*/ 2868593 h 4057556"/>
              <a:gd name="GluePoint15X" fmla="*/ 4250603 w 4259634"/>
              <a:gd name="GluePoint15Y" fmla="*/ 4011882 h 4057556"/>
              <a:gd name="GluePoint16X" fmla="*/ 4242954 w 4259634"/>
              <a:gd name="GluePoint16Y" fmla="*/ 4057556 h 4057556"/>
              <a:gd name="GluePoint17X" fmla="*/ 3671083 w 4259634"/>
              <a:gd name="GluePoint17Y" fmla="*/ 3915244 h 4057556"/>
              <a:gd name="GluePoint18X" fmla="*/ 3673797 w 4259634"/>
              <a:gd name="GluePoint18Y" fmla="*/ 3819485 h 4057556"/>
              <a:gd name="GluePoint19X" fmla="*/ 2667349 w 4259634"/>
              <a:gd name="GluePoint19Y" fmla="*/ 2613430 h 4057556"/>
              <a:gd name="GluePoint20X" fmla="*/ 1885093 w 4259634"/>
              <a:gd name="GluePoint20Y" fmla="*/ 2404608 h 4057556"/>
              <a:gd name="GluePoint21X" fmla="*/ 918040 w 4259634"/>
              <a:gd name="GluePoint21Y" fmla="*/ 2137236 h 4057556"/>
              <a:gd name="GluePoint22X" fmla="*/ 120755 w 4259634"/>
              <a:gd name="GluePoint22Y" fmla="*/ 1406992 h 4057556"/>
              <a:gd name="GluePoint23X" fmla="*/ 62139 w 4259634"/>
              <a:gd name="GluePoint23Y" fmla="*/ 579743 h 4057556"/>
              <a:gd name="GluePoint24X" fmla="*/ 219347 w 4259634"/>
              <a:gd name="GluePoint24Y" fmla="*/ 332112 h 4057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Lst>
            <a:rect l="textAreaLeft" t="textAreaTop" r="textAreaRight" b="textAreaBottom"/>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8" name="Forma libre: Forma 12"/>
          <p:cNvSpPr/>
          <p:nvPr/>
        </p:nvSpPr>
        <p:spPr>
          <a:xfrm rot="377400">
            <a:off x="8485200" y="-63360"/>
            <a:ext cx="1086480" cy="1312560"/>
          </a:xfrm>
          <a:custGeom>
            <a:avLst/>
            <a:gdLst>
              <a:gd name="textAreaLeft" fmla="*/ 0 w 1086480"/>
              <a:gd name="textAreaRight" fmla="*/ 1086840 w 1086480"/>
              <a:gd name="textAreaTop" fmla="*/ 0 h 1312560"/>
              <a:gd name="textAreaBottom" fmla="*/ 1312920 h 1312560"/>
              <a:gd name="GluePoint1X" fmla="*/ 369507 w 1087018"/>
              <a:gd name="GluePoint1Y" fmla="*/ 79092 h 1312796"/>
              <a:gd name="GluePoint2X" fmla="*/ 1087018 w 1087018"/>
              <a:gd name="GluePoint2Y" fmla="*/ 0 h 1312796"/>
              <a:gd name="GluePoint3X" fmla="*/ 1007585 w 1087018"/>
              <a:gd name="GluePoint3Y" fmla="*/ 63326 h 1312796"/>
              <a:gd name="GluePoint4X" fmla="*/ 669244 w 1087018"/>
              <a:gd name="GluePoint4Y" fmla="*/ 441433 h 1312796"/>
              <a:gd name="GluePoint5X" fmla="*/ 454121 w 1087018"/>
              <a:gd name="GluePoint5Y" fmla="*/ 1173301 h 1312796"/>
              <a:gd name="GluePoint6X" fmla="*/ 461858 w 1087018"/>
              <a:gd name="GluePoint6Y" fmla="*/ 1312796 h 1312796"/>
              <a:gd name="GluePoint7X" fmla="*/ 8152 w 1087018"/>
              <a:gd name="GluePoint7Y" fmla="*/ 1312796 h 1312796"/>
              <a:gd name="GluePoint8X" fmla="*/ 0 w 1087018"/>
              <a:gd name="GluePoint8Y" fmla="*/ 1172204 h 1312796"/>
              <a:gd name="GluePoint9X" fmla="*/ 13206 w 1087018"/>
              <a:gd name="GluePoint9Y" fmla="*/ 960047 h 1312796"/>
              <a:gd name="GluePoint10X" fmla="*/ 287321 w 1087018"/>
              <a:gd name="GluePoint10Y" fmla="*/ 195621 h 1312796"/>
              <a:gd name="GluePoint11X" fmla="*/ 369507 w 1087018"/>
              <a:gd name="GluePoint11Y" fmla="*/ 79092 h 131279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9" name="Forma libre: Forma 13"/>
          <p:cNvSpPr/>
          <p:nvPr/>
        </p:nvSpPr>
        <p:spPr>
          <a:xfrm rot="377400">
            <a:off x="8363520" y="808920"/>
            <a:ext cx="3841560" cy="2070000"/>
          </a:xfrm>
          <a:custGeom>
            <a:avLst/>
            <a:gdLst>
              <a:gd name="textAreaLeft" fmla="*/ 0 w 3841560"/>
              <a:gd name="textAreaRight" fmla="*/ 3841920 w 3841560"/>
              <a:gd name="textAreaTop" fmla="*/ 0 h 2070000"/>
              <a:gd name="textAreaBottom" fmla="*/ 2070360 h 2070000"/>
              <a:gd name="GluePoint1X" fmla="*/ 2311234 w 3841810"/>
              <a:gd name="GluePoint1Y" fmla="*/ 5633 h 2070220"/>
              <a:gd name="GluePoint2X" fmla="*/ 2663336 w 3841810"/>
              <a:gd name="GluePoint2Y" fmla="*/ 66314 h 2070220"/>
              <a:gd name="GluePoint3X" fmla="*/ 3010498 w 3841810"/>
              <a:gd name="GluePoint3Y" fmla="*/ 612421 h 2070220"/>
              <a:gd name="GluePoint4X" fmla="*/ 3000586 w 3841810"/>
              <a:gd name="GluePoint4Y" fmla="*/ 968987 h 2070220"/>
              <a:gd name="GluePoint5X" fmla="*/ 3461356 w 3841810"/>
              <a:gd name="GluePoint5Y" fmla="*/ 742043 h 2070220"/>
              <a:gd name="GluePoint6X" fmla="*/ 3728532 w 3841810"/>
              <a:gd name="GluePoint6Y" fmla="*/ 597470 h 2070220"/>
              <a:gd name="GluePoint7X" fmla="*/ 3788422 w 3841810"/>
              <a:gd name="GluePoint7Y" fmla="*/ 569376 h 2070220"/>
              <a:gd name="GluePoint8X" fmla="*/ 3841810 w 3841810"/>
              <a:gd name="GluePoint8Y" fmla="*/ 1053701 h 2070220"/>
              <a:gd name="GluePoint9X" fmla="*/ 3686541 w 3841810"/>
              <a:gd name="GluePoint9Y" fmla="*/ 1138183 h 2070220"/>
              <a:gd name="GluePoint10X" fmla="*/ 3216300 w 3841810"/>
              <a:gd name="GluePoint10Y" fmla="*/ 1374457 h 2070220"/>
              <a:gd name="GluePoint11X" fmla="*/ 2773115 w 3841810"/>
              <a:gd name="GluePoint11Y" fmla="*/ 1479735 h 2070220"/>
              <a:gd name="GluePoint12X" fmla="*/ 2631767 w 3841810"/>
              <a:gd name="GluePoint12Y" fmla="*/ 1639005 h 2070220"/>
              <a:gd name="GluePoint13X" fmla="*/ 1497925 w 3841810"/>
              <a:gd name="GluePoint13Y" fmla="*/ 2068390 h 2070220"/>
              <a:gd name="GluePoint14X" fmla="*/ 653238 w 3841810"/>
              <a:gd name="GluePoint14Y" fmla="*/ 1757134 h 2070220"/>
              <a:gd name="GluePoint15X" fmla="*/ 102700 w 3841810"/>
              <a:gd name="GluePoint15Y" fmla="*/ 1047717 h 2070220"/>
              <a:gd name="GluePoint16X" fmla="*/ 3936 w 3841810"/>
              <a:gd name="GluePoint16Y" fmla="*/ 653323 h 2070220"/>
              <a:gd name="GluePoint17X" fmla="*/ 0 w 3841810"/>
              <a:gd name="GluePoint17Y" fmla="*/ 585426 h 2070220"/>
              <a:gd name="GluePoint18X" fmla="*/ 453706 w 3841810"/>
              <a:gd name="GluePoint18Y" fmla="*/ 585426 h 2070220"/>
              <a:gd name="GluePoint19X" fmla="*/ 454297 w 3841810"/>
              <a:gd name="GluePoint19Y" fmla="*/ 596068 h 2070220"/>
              <a:gd name="GluePoint20X" fmla="*/ 524560 w 3841810"/>
              <a:gd name="GluePoint20Y" fmla="*/ 880594 h 2070220"/>
              <a:gd name="GluePoint21X" fmla="*/ 1521054 w 3841810"/>
              <a:gd name="GluePoint21Y" fmla="*/ 1614616 h 2070220"/>
              <a:gd name="GluePoint22X" fmla="*/ 2230407 w 3841810"/>
              <a:gd name="GluePoint22Y" fmla="*/ 1383767 h 2070220"/>
              <a:gd name="GluePoint23X" fmla="*/ 1934559 w 3841810"/>
              <a:gd name="GluePoint23Y" fmla="*/ 1158560 h 2070220"/>
              <a:gd name="GluePoint24X" fmla="*/ 1758908 w 3841810"/>
              <a:gd name="GluePoint24Y" fmla="*/ 767797 h 2070220"/>
              <a:gd name="GluePoint25X" fmla="*/ 1831917 w 3841810"/>
              <a:gd name="GluePoint25Y" fmla="*/ 331625 h 2070220"/>
              <a:gd name="GluePoint26X" fmla="*/ 2188561 w 3841810"/>
              <a:gd name="GluePoint26Y" fmla="*/ 34742 h 2070220"/>
              <a:gd name="GluePoint27X" fmla="*/ 2311234 w 3841810"/>
              <a:gd name="GluePoint27Y" fmla="*/ 5633 h 2070220"/>
              <a:gd name="GluePoint28X" fmla="*/ 2398827 w 3841810"/>
              <a:gd name="GluePoint28Y" fmla="*/ 453790 h 2070220"/>
              <a:gd name="GluePoint29X" fmla="*/ 2287645 w 3841810"/>
              <a:gd name="GluePoint29Y" fmla="*/ 489664 h 2070220"/>
              <a:gd name="GluePoint30X" fmla="*/ 2244000 w 3841810"/>
              <a:gd name="GluePoint30Y" fmla="*/ 531082 h 2070220"/>
              <a:gd name="GluePoint31X" fmla="*/ 2244203 w 3841810"/>
              <a:gd name="GluePoint31Y" fmla="*/ 530765 h 2070220"/>
              <a:gd name="GluePoint32X" fmla="*/ 2243903 w 3841810"/>
              <a:gd name="GluePoint32Y" fmla="*/ 531174 h 2070220"/>
              <a:gd name="GluePoint33X" fmla="*/ 2244000 w 3841810"/>
              <a:gd name="GluePoint33Y" fmla="*/ 531082 h 2070220"/>
              <a:gd name="GluePoint34X" fmla="*/ 2232741 w 3841810"/>
              <a:gd name="GluePoint34Y" fmla="*/ 548688 h 2070220"/>
              <a:gd name="GluePoint35X" fmla="*/ 2283023 w 3841810"/>
              <a:gd name="GluePoint35Y" fmla="*/ 865043 h 2070220"/>
              <a:gd name="GluePoint36X" fmla="*/ 2520486 w 3841810"/>
              <a:gd name="GluePoint36Y" fmla="*/ 1007132 h 2070220"/>
              <a:gd name="GluePoint37X" fmla="*/ 2561717 w 3841810"/>
              <a:gd name="GluePoint37Y" fmla="*/ 677019 h 2070220"/>
              <a:gd name="GluePoint38X" fmla="*/ 2449232 w 3841810"/>
              <a:gd name="GluePoint38Y" fmla="*/ 466112 h 2070220"/>
              <a:gd name="GluePoint39X" fmla="*/ 2398827 w 3841810"/>
              <a:gd name="GluePoint39Y" fmla="*/ 453790 h 20702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Lst>
            <a:rect l="textAreaLeft" t="textAreaTop" r="textAreaRight" b="textAreaBottom"/>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10" name="Forma libre: Forma 17"/>
          <p:cNvSpPr/>
          <p:nvPr/>
        </p:nvSpPr>
        <p:spPr>
          <a:xfrm rot="2764200">
            <a:off x="4766400" y="-385200"/>
            <a:ext cx="2066040" cy="2851920"/>
          </a:xfrm>
          <a:custGeom>
            <a:avLst/>
            <a:gdLst>
              <a:gd name="textAreaLeft" fmla="*/ 0 w 2066040"/>
              <a:gd name="textAreaRight" fmla="*/ 2066400 w 2066040"/>
              <a:gd name="textAreaTop" fmla="*/ 0 h 2851920"/>
              <a:gd name="textAreaBottom" fmla="*/ 2852280 h 2851920"/>
              <a:gd name="GluePoint1X" fmla="*/ 553926 w 2066549"/>
              <a:gd name="GluePoint1Y" fmla="*/ 423257 h 2852272"/>
              <a:gd name="GluePoint2X" fmla="*/ 961725 w 2066549"/>
              <a:gd name="GluePoint2Y" fmla="*/ 0 h 2852272"/>
              <a:gd name="GluePoint3X" fmla="*/ 1021082 w 2066549"/>
              <a:gd name="GluePoint3Y" fmla="*/ 68912 h 2852272"/>
              <a:gd name="GluePoint4X" fmla="*/ 1111072 w 2066549"/>
              <a:gd name="GluePoint4Y" fmla="*/ 170333 h 2852272"/>
              <a:gd name="GluePoint5X" fmla="*/ 2060878 w 2066549"/>
              <a:gd name="GluePoint5Y" fmla="*/ 1970501 h 2852272"/>
              <a:gd name="GluePoint6X" fmla="*/ 1640107 w 2066549"/>
              <a:gd name="GluePoint6Y" fmla="*/ 2656896 h 2852272"/>
              <a:gd name="GluePoint7X" fmla="*/ 286734 w 2066549"/>
              <a:gd name="GluePoint7Y" fmla="*/ 2701018 h 2852272"/>
              <a:gd name="GluePoint8X" fmla="*/ 138732 w 2066549"/>
              <a:gd name="GluePoint8Y" fmla="*/ 2654962 h 2852272"/>
              <a:gd name="GluePoint9X" fmla="*/ 0 w 2066549"/>
              <a:gd name="GluePoint9Y" fmla="*/ 2616712 h 2852272"/>
              <a:gd name="GluePoint10X" fmla="*/ 0 w 2066549"/>
              <a:gd name="GluePoint10Y" fmla="*/ 2020699 h 2852272"/>
              <a:gd name="GluePoint11X" fmla="*/ 102546 w 2066549"/>
              <a:gd name="GluePoint11Y" fmla="*/ 2039137 h 2852272"/>
              <a:gd name="GluePoint12X" fmla="*/ 464200 w 2066549"/>
              <a:gd name="GluePoint12Y" fmla="*/ 2142745 h 2852272"/>
              <a:gd name="GluePoint13X" fmla="*/ 1297330 w 2066549"/>
              <a:gd name="GluePoint13Y" fmla="*/ 2182440 h 2852272"/>
              <a:gd name="GluePoint14X" fmla="*/ 1479167 w 2066549"/>
              <a:gd name="GluePoint14Y" fmla="*/ 1907652 h 2852272"/>
              <a:gd name="GluePoint15X" fmla="*/ 1244562 w 2066549"/>
              <a:gd name="GluePoint15Y" fmla="*/ 1266824 h 2852272"/>
              <a:gd name="GluePoint16X" fmla="*/ 674977 w 2066549"/>
              <a:gd name="GluePoint16Y" fmla="*/ 560103 h 2852272"/>
              <a:gd name="GluePoint17X" fmla="*/ 579902 w 2066549"/>
              <a:gd name="GluePoint17Y" fmla="*/ 453268 h 2852272"/>
              <a:gd name="GluePoint18X" fmla="*/ 553926 w 2066549"/>
              <a:gd name="GluePoint18Y" fmla="*/ 423257 h 28522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bg>
      <p:bgPr>
        <a:solidFill>
          <a:srgbClr val="3d47a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380880"/>
            <a:ext cx="7842960" cy="1837080"/>
          </a:xfrm>
          <a:prstGeom prst="rect">
            <a:avLst/>
          </a:prstGeom>
          <a:noFill/>
          <a:ln w="0">
            <a:noFill/>
          </a:ln>
        </p:spPr>
        <p:txBody>
          <a:bodyPr lIns="91440" rIns="91440" tIns="45720" bIns="45720" anchor="b">
            <a:normAutofit/>
          </a:bodyPr>
          <a:p>
            <a:pPr indent="0" defTabSz="914400">
              <a:lnSpc>
                <a:spcPct val="90000"/>
              </a:lnSpc>
              <a:buNone/>
            </a:pPr>
            <a:r>
              <a:rPr lang="es" sz="2800" b="0" u="none" strike="noStrike" cap="all">
                <a:solidFill>
                  <a:schemeClr val="lt1"/>
                </a:solidFill>
                <a:effectLst/>
                <a:uFillTx/>
                <a:latin typeface="Verdana Pro Black"/>
              </a:rPr>
              <a:t>Agenda</a:t>
            </a:r>
            <a:endParaRPr lang="en-US" sz="2800" b="0" u="none" strike="noStrike">
              <a:solidFill>
                <a:schemeClr val="lt1"/>
              </a:solidFill>
              <a:effectLst/>
              <a:uFillTx/>
              <a:latin typeface="Corbel"/>
            </a:endParaRPr>
          </a:p>
        </p:txBody>
      </p:sp>
      <p:sp>
        <p:nvSpPr>
          <p:cNvPr id="12" name="PlaceHolder 2"/>
          <p:cNvSpPr>
            <a:spLocks noGrp="1"/>
          </p:cNvSpPr>
          <p:nvPr>
            <p:ph type="body"/>
          </p:nvPr>
        </p:nvSpPr>
        <p:spPr>
          <a:xfrm>
            <a:off x="612720" y="2484360"/>
            <a:ext cx="7832160" cy="3539160"/>
          </a:xfrm>
          <a:prstGeom prst="rect">
            <a:avLst/>
          </a:prstGeom>
          <a:noFill/>
          <a:ln w="0">
            <a:noFill/>
          </a:ln>
        </p:spPr>
        <p:txBody>
          <a:bodyPr lIns="91440" rIns="91440" tIns="45720" bIns="45720" anchor="t">
            <a:normAutofit/>
          </a:bodyPr>
          <a:p>
            <a:pPr marL="457200" indent="-457200" defTabSz="914400">
              <a:lnSpc>
                <a:spcPct val="170000"/>
              </a:lnSpc>
              <a:spcBef>
                <a:spcPts val="1001"/>
              </a:spcBef>
              <a:spcAft>
                <a:spcPts val="601"/>
              </a:spcAft>
              <a:buClr>
                <a:srgbClr val="ffffff"/>
              </a:buClr>
              <a:buFont typeface="Verdana Pro Black"/>
              <a:buAutoNum type="arabicPeriod"/>
            </a:pPr>
            <a:r>
              <a:rPr lang="es" sz="1800" b="0" u="none" spc="99" strike="noStrike">
                <a:solidFill>
                  <a:schemeClr val="lt1"/>
                </a:solidFill>
                <a:effectLst/>
                <a:uFillTx/>
                <a:latin typeface="Corbel"/>
              </a:rPr>
              <a:t>Haga clic para modificar los estilos de texto del patrón</a:t>
            </a:r>
            <a:endParaRPr lang="en-US" sz="1800" b="0" u="none" spc="99" strike="noStrike">
              <a:solidFill>
                <a:schemeClr val="lt1"/>
              </a:solidFill>
              <a:effectLst/>
              <a:uFillTx/>
              <a:latin typeface="Corbel"/>
            </a:endParaRPr>
          </a:p>
          <a:p>
            <a:pPr marL="685800" lvl="1" indent="-457200" defTabSz="914400">
              <a:lnSpc>
                <a:spcPct val="170000"/>
              </a:lnSpc>
              <a:spcBef>
                <a:spcPts val="499"/>
              </a:spcBef>
              <a:spcAft>
                <a:spcPts val="601"/>
              </a:spcAft>
              <a:buClr>
                <a:srgbClr val="ffffff"/>
              </a:buClr>
              <a:buFont typeface="Verdana Pro Black"/>
              <a:buAutoNum type="arabicPeriod"/>
            </a:pPr>
            <a:r>
              <a:rPr lang="es" sz="1600" b="0" u="none" spc="99" strike="noStrike">
                <a:solidFill>
                  <a:schemeClr val="lt1"/>
                </a:solidFill>
                <a:effectLst/>
                <a:uFillTx/>
                <a:latin typeface="Corbel"/>
              </a:rPr>
              <a:t>Segundo nivel</a:t>
            </a:r>
            <a:endParaRPr lang="en-US" sz="1600" b="0" u="none" spc="99" strike="noStrike">
              <a:solidFill>
                <a:schemeClr val="lt1"/>
              </a:solidFill>
              <a:effectLst/>
              <a:uFillTx/>
              <a:latin typeface="Corbel"/>
            </a:endParaRPr>
          </a:p>
          <a:p>
            <a:pPr marL="800280" lvl="2" indent="-343080" defTabSz="914400">
              <a:lnSpc>
                <a:spcPct val="170000"/>
              </a:lnSpc>
              <a:spcBef>
                <a:spcPts val="499"/>
              </a:spcBef>
              <a:spcAft>
                <a:spcPts val="601"/>
              </a:spcAft>
              <a:buClr>
                <a:srgbClr val="ffffff"/>
              </a:buClr>
              <a:buFont typeface="Verdana Pro Black"/>
              <a:buAutoNum type="arabicPeriod"/>
            </a:pPr>
            <a:r>
              <a:rPr lang="es" sz="1400" b="0" u="none" spc="99" strike="noStrike">
                <a:solidFill>
                  <a:schemeClr val="lt1"/>
                </a:solidFill>
                <a:effectLst/>
                <a:uFillTx/>
                <a:latin typeface="Corbel"/>
              </a:rPr>
              <a:t>Tercer nivel</a:t>
            </a:r>
            <a:endParaRPr lang="en-US" sz="1400" b="0" u="none" spc="99" strike="noStrike">
              <a:solidFill>
                <a:schemeClr val="lt1"/>
              </a:solidFill>
              <a:effectLst/>
              <a:uFillTx/>
              <a:latin typeface="Corbel"/>
            </a:endParaRPr>
          </a:p>
          <a:p>
            <a:pPr marL="1028880" lvl="3" indent="-343080" defTabSz="914400">
              <a:lnSpc>
                <a:spcPct val="170000"/>
              </a:lnSpc>
              <a:spcBef>
                <a:spcPts val="499"/>
              </a:spcBef>
              <a:spcAft>
                <a:spcPts val="601"/>
              </a:spcAft>
              <a:buClr>
                <a:srgbClr val="ffffff"/>
              </a:buClr>
              <a:buFont typeface="Verdana Pro Black"/>
              <a:buAutoNum type="arabicPeriod"/>
            </a:pPr>
            <a:r>
              <a:rPr lang="es" sz="1400" b="0" u="none" spc="99" strike="noStrike">
                <a:solidFill>
                  <a:schemeClr val="lt1"/>
                </a:solidFill>
                <a:effectLst/>
                <a:uFillTx/>
                <a:latin typeface="Corbel"/>
              </a:rPr>
              <a:t>Cuarto nivel</a:t>
            </a:r>
            <a:endParaRPr lang="en-US" sz="1400" b="0" u="none" spc="99" strike="noStrike">
              <a:solidFill>
                <a:schemeClr val="lt1"/>
              </a:solidFill>
              <a:effectLst/>
              <a:uFillTx/>
              <a:latin typeface="Corbel"/>
            </a:endParaRPr>
          </a:p>
          <a:p>
            <a:pPr marL="1257480" lvl="4" indent="-343080" defTabSz="914400">
              <a:lnSpc>
                <a:spcPct val="170000"/>
              </a:lnSpc>
              <a:spcBef>
                <a:spcPts val="499"/>
              </a:spcBef>
              <a:spcAft>
                <a:spcPts val="601"/>
              </a:spcAft>
              <a:buClr>
                <a:srgbClr val="ffffff"/>
              </a:buClr>
              <a:buFont typeface="Verdana Pro Black"/>
              <a:buAutoNum type="arabicPeriod"/>
            </a:pPr>
            <a:r>
              <a:rPr lang="es" sz="1400" b="0" u="none" spc="99" strike="noStrike">
                <a:solidFill>
                  <a:schemeClr val="lt1"/>
                </a:solidFill>
                <a:effectLst/>
                <a:uFillTx/>
                <a:latin typeface="Corbel"/>
              </a:rPr>
              <a:t>Quinto nivel</a:t>
            </a:r>
            <a:endParaRPr lang="en-US" sz="1400" b="0" u="none" spc="99" strike="noStrike">
              <a:solidFill>
                <a:schemeClr val="lt1"/>
              </a:solidFill>
              <a:effectLst/>
              <a:uFillTx/>
              <a:latin typeface="Corbel"/>
            </a:endParaRPr>
          </a:p>
        </p:txBody>
      </p:sp>
      <p:sp>
        <p:nvSpPr>
          <p:cNvPr id="13" name="PlaceHolder 3"/>
          <p:cNvSpPr>
            <a:spLocks noGrp="1"/>
          </p:cNvSpPr>
          <p:nvPr>
            <p:ph type="dt" idx="1"/>
          </p:nvPr>
        </p:nvSpPr>
        <p:spPr>
          <a:xfrm>
            <a:off x="633960" y="6426720"/>
            <a:ext cx="185868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14" name="PlaceHolder 4"/>
          <p:cNvSpPr>
            <a:spLocks noGrp="1"/>
          </p:cNvSpPr>
          <p:nvPr>
            <p:ph type="ftr" idx="2"/>
          </p:nvPr>
        </p:nvSpPr>
        <p:spPr>
          <a:xfrm>
            <a:off x="3117240" y="6426720"/>
            <a:ext cx="282312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5" name="PlaceHolder 5"/>
          <p:cNvSpPr>
            <a:spLocks noGrp="1"/>
          </p:cNvSpPr>
          <p:nvPr>
            <p:ph type="sldNum" idx="3"/>
          </p:nvPr>
        </p:nvSpPr>
        <p:spPr>
          <a:xfrm>
            <a:off x="6564960" y="6426720"/>
            <a:ext cx="188748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grpSp>
        <p:nvGrpSpPr>
          <p:cNvPr id="16" name="Grupo 73"/>
          <p:cNvGrpSpPr/>
          <p:nvPr/>
        </p:nvGrpSpPr>
        <p:grpSpPr>
          <a:xfrm>
            <a:off x="8778240" y="0"/>
            <a:ext cx="3252600" cy="7133040"/>
            <a:chOff x="8778240" y="0"/>
            <a:chExt cx="3252600" cy="7133040"/>
          </a:xfrm>
        </p:grpSpPr>
        <p:sp>
          <p:nvSpPr>
            <p:cNvPr id="17" name="Forma libre: Forma 31"/>
            <p:cNvSpPr/>
            <p:nvPr/>
          </p:nvSpPr>
          <p:spPr>
            <a:xfrm flipH="1">
              <a:off x="8947080" y="0"/>
              <a:ext cx="2369880" cy="2359080"/>
            </a:xfrm>
            <a:custGeom>
              <a:avLst/>
              <a:gdLst>
                <a:gd name="textAreaLeft" fmla="*/ -360 w 2369880"/>
                <a:gd name="textAreaRight" fmla="*/ 2369880 w 2369880"/>
                <a:gd name="textAreaTop" fmla="*/ 0 h 2359080"/>
                <a:gd name="textAreaBottom" fmla="*/ 2359440 h 2359080"/>
                <a:gd name="GluePoint1X" fmla="*/ 1408819 w 2370196"/>
                <a:gd name="GluePoint1Y" fmla="*/ 0 h 2359377"/>
                <a:gd name="GluePoint2X" fmla="*/ 1911127 w 2370196"/>
                <a:gd name="GluePoint2Y" fmla="*/ 0 h 2359377"/>
                <a:gd name="GluePoint3X" fmla="*/ 1920629 w 2370196"/>
                <a:gd name="GluePoint3Y" fmla="*/ 30666 h 2359377"/>
                <a:gd name="GluePoint4X" fmla="*/ 1987359 w 2370196"/>
                <a:gd name="GluePoint4Y" fmla="*/ 382876 h 2359377"/>
                <a:gd name="GluePoint5X" fmla="*/ 1969548 w 2370196"/>
                <a:gd name="GluePoint5Y" fmla="*/ 1036528 h 2359377"/>
                <a:gd name="GluePoint6X" fmla="*/ 2215482 w 2370196"/>
                <a:gd name="GluePoint6Y" fmla="*/ 1348470 h 2359377"/>
                <a:gd name="GluePoint7X" fmla="*/ 2361895 w 2370196"/>
                <a:gd name="GluePoint7Y" fmla="*/ 1720675 h 2359377"/>
                <a:gd name="GluePoint8X" fmla="*/ 2370196 w 2370196"/>
                <a:gd name="GluePoint8Y" fmla="*/ 1764346 h 2359377"/>
                <a:gd name="GluePoint9X" fmla="*/ 1902557 w 2370196"/>
                <a:gd name="GluePoint9Y" fmla="*/ 1919986 h 2359377"/>
                <a:gd name="GluePoint10X" fmla="*/ 1884230 w 2370196"/>
                <a:gd name="GluePoint10Y" fmla="*/ 1814982 h 2359377"/>
                <a:gd name="GluePoint11X" fmla="*/ 1796392 w 2370196"/>
                <a:gd name="GluePoint11Y" fmla="*/ 1597339 h 2359377"/>
                <a:gd name="GluePoint12X" fmla="*/ 1718375 w 2370196"/>
                <a:gd name="GluePoint12Y" fmla="*/ 1748540 h 2359377"/>
                <a:gd name="GluePoint13X" fmla="*/ 1349363 w 2370196"/>
                <a:gd name="GluePoint13Y" fmla="*/ 2172190 h 2359377"/>
                <a:gd name="GluePoint14X" fmla="*/ 762370 w 2370196"/>
                <a:gd name="GluePoint14Y" fmla="*/ 2358112 h 2359377"/>
                <a:gd name="GluePoint15X" fmla="*/ 77525 w 2370196"/>
                <a:gd name="GluePoint15Y" fmla="*/ 1916946 h 2359377"/>
                <a:gd name="GluePoint16X" fmla="*/ 152745 w 2370196"/>
                <a:gd name="GluePoint16Y" fmla="*/ 1111214 h 2359377"/>
                <a:gd name="GluePoint17X" fmla="*/ 912730 w 2370196"/>
                <a:gd name="GluePoint17Y" fmla="*/ 683093 h 2359377"/>
                <a:gd name="GluePoint18X" fmla="*/ 1511901 w 2370196"/>
                <a:gd name="GluePoint18Y" fmla="*/ 756928 h 2359377"/>
                <a:gd name="GluePoint19X" fmla="*/ 1419225 w 2370196"/>
                <a:gd name="GluePoint19Y" fmla="*/ 51957 h 2359377"/>
                <a:gd name="GluePoint20X" fmla="*/ 1400227 w 2370196"/>
                <a:gd name="GluePoint20Y" fmla="*/ 2860 h 2359377"/>
                <a:gd name="GluePoint21X" fmla="*/ 1408819 w 2370196"/>
                <a:gd name="GluePoint21Y" fmla="*/ 0 h 2359377"/>
                <a:gd name="GluePoint22X" fmla="*/ 1081038 w 2370196"/>
                <a:gd name="GluePoint22Y" fmla="*/ 1163053 h 2359377"/>
                <a:gd name="GluePoint23X" fmla="*/ 970124 w 2370196"/>
                <a:gd name="GluePoint23Y" fmla="*/ 1167739 h 2359377"/>
                <a:gd name="GluePoint24X" fmla="*/ 553156 w 2370196"/>
                <a:gd name="GluePoint24Y" fmla="*/ 1391024 h 2359377"/>
                <a:gd name="GluePoint25X" fmla="*/ 543283 w 2370196"/>
                <a:gd name="GluePoint25Y" fmla="*/ 1406578 h 2359377"/>
                <a:gd name="GluePoint26X" fmla="*/ 542371 w 2370196"/>
                <a:gd name="GluePoint26Y" fmla="*/ 1405998 h 2359377"/>
                <a:gd name="GluePoint27X" fmla="*/ 515766 w 2370196"/>
                <a:gd name="GluePoint27Y" fmla="*/ 1704610 h 2359377"/>
                <a:gd name="GluePoint28X" fmla="*/ 789091 w 2370196"/>
                <a:gd name="GluePoint28Y" fmla="*/ 1872344 h 2359377"/>
                <a:gd name="GluePoint29X" fmla="*/ 1060749 w 2370196"/>
                <a:gd name="GluePoint29Y" fmla="*/ 1779929 h 2359377"/>
                <a:gd name="GluePoint30X" fmla="*/ 1294394 w 2370196"/>
                <a:gd name="GluePoint30Y" fmla="*/ 1508882 h 2359377"/>
                <a:gd name="GluePoint31X" fmla="*/ 1414907 w 2370196"/>
                <a:gd name="GluePoint31Y" fmla="*/ 1244249 h 2359377"/>
                <a:gd name="GluePoint32X" fmla="*/ 1081038 w 2370196"/>
                <a:gd name="GluePoint32Y" fmla="*/ 1163053 h 23593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Lst>
              <a:rect l="textAreaLeft" t="textAreaTop" r="textAreaRight" b="textAreaBottom"/>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8" name="Forma libre: Forma 40"/>
            <p:cNvSpPr/>
            <p:nvPr/>
          </p:nvSpPr>
          <p:spPr>
            <a:xfrm flipH="1">
              <a:off x="9441360" y="2629080"/>
              <a:ext cx="1685520" cy="1437840"/>
            </a:xfrm>
            <a:custGeom>
              <a:avLst/>
              <a:gdLst>
                <a:gd name="textAreaLeft" fmla="*/ 360 w 1685520"/>
                <a:gd name="textAreaRight" fmla="*/ 1686240 w 1685520"/>
                <a:gd name="textAreaTop" fmla="*/ 0 h 1437840"/>
                <a:gd name="textAreaBottom" fmla="*/ 1438200 h 1437840"/>
                <a:gd name="GluePoint1X" fmla="*/ 1405032 w 1686045"/>
                <a:gd name="GluePoint1Y" fmla="*/ 0 h 1438108"/>
                <a:gd name="GluePoint2X" fmla="*/ 1686045 w 1686045"/>
                <a:gd name="GluePoint2Y" fmla="*/ 412000 h 1438108"/>
                <a:gd name="GluePoint3X" fmla="*/ 1630174 w 1686045"/>
                <a:gd name="GluePoint3Y" fmla="*/ 468949 h 1438108"/>
                <a:gd name="GluePoint4X" fmla="*/ 1001136 w 1686045"/>
                <a:gd name="GluePoint4Y" fmla="*/ 987794 h 1438108"/>
                <a:gd name="GluePoint5X" fmla="*/ 787624 w 1686045"/>
                <a:gd name="GluePoint5Y" fmla="*/ 1152338 h 1438108"/>
                <a:gd name="GluePoint6X" fmla="*/ 494369 w 1686045"/>
                <a:gd name="GluePoint6Y" fmla="*/ 1421377 h 1438108"/>
                <a:gd name="GluePoint7X" fmla="*/ 480007 w 1686045"/>
                <a:gd name="GluePoint7Y" fmla="*/ 1438108 h 1438108"/>
                <a:gd name="GluePoint8X" fmla="*/ 0 w 1686045"/>
                <a:gd name="GluePoint8Y" fmla="*/ 1253050 h 1438108"/>
                <a:gd name="GluePoint9X" fmla="*/ 130426 w 1686045"/>
                <a:gd name="GluePoint9Y" fmla="*/ 1097146 h 1438108"/>
                <a:gd name="GluePoint10X" fmla="*/ 485260 w 1686045"/>
                <a:gd name="GluePoint10Y" fmla="*/ 770615 h 1438108"/>
                <a:gd name="GluePoint11X" fmla="*/ 706470 w 1686045"/>
                <a:gd name="GluePoint11Y" fmla="*/ 600015 h 1438108"/>
                <a:gd name="GluePoint12X" fmla="*/ 1375533 w 1686045"/>
                <a:gd name="GluePoint12Y" fmla="*/ 33361 h 1438108"/>
                <a:gd name="GluePoint13X" fmla="*/ 1405032 w 1686045"/>
                <a:gd name="GluePoint13Y" fmla="*/ 0 h 14381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9" name="Forma libre: Forma 38"/>
            <p:cNvSpPr/>
            <p:nvPr/>
          </p:nvSpPr>
          <p:spPr>
            <a:xfrm flipH="1">
              <a:off x="8925840" y="1764360"/>
              <a:ext cx="796320" cy="1276560"/>
            </a:xfrm>
            <a:custGeom>
              <a:avLst/>
              <a:gdLst>
                <a:gd name="textAreaLeft" fmla="*/ 360 w 796320"/>
                <a:gd name="textAreaRight" fmla="*/ 797040 w 796320"/>
                <a:gd name="textAreaTop" fmla="*/ 0 h 1276560"/>
                <a:gd name="textAreaBottom" fmla="*/ 1276920 h 1276560"/>
                <a:gd name="GluePoint1X" fmla="*/ 774469 w 796618"/>
                <a:gd name="GluePoint1Y" fmla="*/ 0 h 1276819"/>
                <a:gd name="GluePoint2X" fmla="*/ 783892 w 796618"/>
                <a:gd name="GluePoint2Y" fmla="*/ 49569 h 1276819"/>
                <a:gd name="GluePoint3X" fmla="*/ 791334 w 796618"/>
                <a:gd name="GluePoint3Y" fmla="*/ 328518 h 1276819"/>
                <a:gd name="GluePoint4X" fmla="*/ 545169 w 796618"/>
                <a:gd name="GluePoint4Y" fmla="*/ 962895 h 1276819"/>
                <a:gd name="GluePoint5X" fmla="*/ 340725 w 796618"/>
                <a:gd name="GluePoint5Y" fmla="*/ 1215953 h 1276819"/>
                <a:gd name="GluePoint6X" fmla="*/ 281013 w 796618"/>
                <a:gd name="GluePoint6Y" fmla="*/ 1276819 h 1276819"/>
                <a:gd name="GluePoint7X" fmla="*/ 0 w 796618"/>
                <a:gd name="GluePoint7Y" fmla="*/ 864819 h 1276819"/>
                <a:gd name="GluePoint8X" fmla="*/ 62697 w 796618"/>
                <a:gd name="GluePoint8Y" fmla="*/ 793915 h 1276819"/>
                <a:gd name="GluePoint9X" fmla="*/ 143651 w 796618"/>
                <a:gd name="GluePoint9Y" fmla="*/ 686858 h 1276819"/>
                <a:gd name="GluePoint10X" fmla="*/ 306994 w 796618"/>
                <a:gd name="GluePoint10Y" fmla="*/ 156577 h 1276819"/>
                <a:gd name="GluePoint11X" fmla="*/ 306830 w 796618"/>
                <a:gd name="GluePoint11Y" fmla="*/ 155640 h 1276819"/>
                <a:gd name="GluePoint12X" fmla="*/ 774469 w 796618"/>
                <a:gd name="GluePoint12Y" fmla="*/ 0 h 127681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0" name="Forma libre: Forma 44"/>
            <p:cNvSpPr/>
            <p:nvPr/>
          </p:nvSpPr>
          <p:spPr>
            <a:xfrm flipH="1" rot="1167600">
              <a:off x="10299600" y="6305040"/>
              <a:ext cx="826920" cy="710640"/>
            </a:xfrm>
            <a:custGeom>
              <a:avLst/>
              <a:gdLst>
                <a:gd name="textAreaLeft" fmla="*/ -360 w 826920"/>
                <a:gd name="textAreaRight" fmla="*/ 826920 w 826920"/>
                <a:gd name="textAreaTop" fmla="*/ 0 h 710640"/>
                <a:gd name="textAreaBottom" fmla="*/ 711000 h 710640"/>
                <a:gd name="GluePoint1X" fmla="*/ 492750 w 827275"/>
                <a:gd name="GluePoint1Y" fmla="*/ 0 h 711161"/>
                <a:gd name="GluePoint2X" fmla="*/ 500751 w 827275"/>
                <a:gd name="GluePoint2Y" fmla="*/ 66570 h 711161"/>
                <a:gd name="GluePoint3X" fmla="*/ 810310 w 827275"/>
                <a:gd name="GluePoint3Y" fmla="*/ 694586 h 711161"/>
                <a:gd name="GluePoint4X" fmla="*/ 827275 w 827275"/>
                <a:gd name="GluePoint4Y" fmla="*/ 711161 h 711161"/>
                <a:gd name="GluePoint5X" fmla="*/ 105615 w 827275"/>
                <a:gd name="GluePoint5Y" fmla="*/ 456184 h 711161"/>
                <a:gd name="GluePoint6X" fmla="*/ 96644 w 827275"/>
                <a:gd name="GluePoint6Y" fmla="*/ 433871 h 711161"/>
                <a:gd name="GluePoint7X" fmla="*/ 21559 w 827275"/>
                <a:gd name="GluePoint7Y" fmla="*/ 154922 h 711161"/>
                <a:gd name="GluePoint8X" fmla="*/ 753 w 827275"/>
                <a:gd name="GluePoint8Y" fmla="*/ 11664 h 711161"/>
                <a:gd name="GluePoint9X" fmla="*/ 0 w 827275"/>
                <a:gd name="GluePoint9Y" fmla="*/ 0 h 711161"/>
                <a:gd name="GluePoint10X" fmla="*/ 492750 w 827275"/>
                <a:gd name="GluePoint10Y" fmla="*/ 0 h 7111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1" name="Forma libre: Forma 43"/>
            <p:cNvSpPr/>
            <p:nvPr/>
          </p:nvSpPr>
          <p:spPr>
            <a:xfrm flipH="1" rot="1167600">
              <a:off x="9103320" y="3699360"/>
              <a:ext cx="2601360" cy="2401560"/>
            </a:xfrm>
            <a:custGeom>
              <a:avLst/>
              <a:gdLst>
                <a:gd name="textAreaLeft" fmla="*/ 360 w 2601360"/>
                <a:gd name="textAreaRight" fmla="*/ 2602080 w 2601360"/>
                <a:gd name="textAreaTop" fmla="*/ 0 h 2401560"/>
                <a:gd name="textAreaBottom" fmla="*/ 2401920 h 2401560"/>
                <a:gd name="GluePoint1X" fmla="*/ 958430 w 2601854"/>
                <a:gd name="GluePoint1Y" fmla="*/ 0 h 2401753"/>
                <a:gd name="GluePoint2X" fmla="*/ 1349368 w 2601854"/>
                <a:gd name="GluePoint2Y" fmla="*/ 334396 h 2401753"/>
                <a:gd name="GluePoint3X" fmla="*/ 1240317 w 2601854"/>
                <a:gd name="GluePoint3Y" fmla="*/ 397097 h 2401753"/>
                <a:gd name="GluePoint4X" fmla="*/ 839188 w 2601854"/>
                <a:gd name="GluePoint4Y" fmla="*/ 811851 h 2401753"/>
                <a:gd name="GluePoint5X" fmla="*/ 1111305 w 2601854"/>
                <a:gd name="GluePoint5Y" fmla="*/ 700825 h 2401753"/>
                <a:gd name="GluePoint6X" fmla="*/ 1913445 w 2601854"/>
                <a:gd name="GluePoint6Y" fmla="*/ 710836 h 2401753"/>
                <a:gd name="GluePoint7X" fmla="*/ 2548325 w 2601854"/>
                <a:gd name="GluePoint7Y" fmla="*/ 1281105 h 2401753"/>
                <a:gd name="GluePoint8X" fmla="*/ 2585020 w 2601854"/>
                <a:gd name="GluePoint8Y" fmla="*/ 1736403 h 2401753"/>
                <a:gd name="GluePoint9X" fmla="*/ 2381652 w 2601854"/>
                <a:gd name="GluePoint9Y" fmla="*/ 2093680 h 2401753"/>
                <a:gd name="GluePoint10X" fmla="*/ 1809311 w 2601854"/>
                <a:gd name="GluePoint10Y" fmla="*/ 2347438 h 2401753"/>
                <a:gd name="GluePoint11X" fmla="*/ 1192017 w 2601854"/>
                <a:gd name="GluePoint11Y" fmla="*/ 2275656 h 2401753"/>
                <a:gd name="GluePoint12X" fmla="*/ 561203 w 2601854"/>
                <a:gd name="GluePoint12Y" fmla="*/ 1806151 h 2401753"/>
                <a:gd name="GluePoint13X" fmla="*/ 489162 w 2601854"/>
                <a:gd name="GluePoint13Y" fmla="*/ 2296806 h 2401753"/>
                <a:gd name="GluePoint14X" fmla="*/ 501773 w 2601854"/>
                <a:gd name="GluePoint14Y" fmla="*/ 2401753 h 2401753"/>
                <a:gd name="GluePoint15X" fmla="*/ 9023 w 2601854"/>
                <a:gd name="GluePoint15Y" fmla="*/ 2401753 h 2401753"/>
                <a:gd name="GluePoint16X" fmla="*/ 535 w 2601854"/>
                <a:gd name="GluePoint16Y" fmla="*/ 2270344 h 2401753"/>
                <a:gd name="GluePoint17X" fmla="*/ 181347 w 2601854"/>
                <a:gd name="GluePoint17Y" fmla="*/ 1462565 h 2401753"/>
                <a:gd name="GluePoint18X" fmla="*/ 308413 w 2601854"/>
                <a:gd name="GluePoint18Y" fmla="*/ 1258831 h 2401753"/>
                <a:gd name="GluePoint19X" fmla="*/ 295417 w 2601854"/>
                <a:gd name="GluePoint19Y" fmla="*/ 991529 h 2401753"/>
                <a:gd name="GluePoint20X" fmla="*/ 454255 w 2601854"/>
                <a:gd name="GluePoint20Y" fmla="*/ 497742 h 2401753"/>
                <a:gd name="GluePoint21X" fmla="*/ 775837 w 2601854"/>
                <a:gd name="GluePoint21Y" fmla="*/ 132352 h 2401753"/>
                <a:gd name="GluePoint22X" fmla="*/ 943509 w 2601854"/>
                <a:gd name="GluePoint22Y" fmla="*/ 8833 h 2401753"/>
                <a:gd name="GluePoint23X" fmla="*/ 958430 w 2601854"/>
                <a:gd name="GluePoint23Y" fmla="*/ 0 h 2401753"/>
                <a:gd name="GluePoint24X" fmla="*/ 1736263 w 2601854"/>
                <a:gd name="GluePoint24Y" fmla="*/ 1166155 h 2401753"/>
                <a:gd name="GluePoint25X" fmla="*/ 1257930 w 2601854"/>
                <a:gd name="GluePoint25Y" fmla="*/ 1165519 h 2401753"/>
                <a:gd name="GluePoint26X" fmla="*/ 861266 w 2601854"/>
                <a:gd name="GluePoint26Y" fmla="*/ 1379157 h 2401753"/>
                <a:gd name="GluePoint27X" fmla="*/ 932828 w 2601854"/>
                <a:gd name="GluePoint27Y" fmla="*/ 1489603 h 2401753"/>
                <a:gd name="GluePoint28X" fmla="*/ 1373661 w 2601854"/>
                <a:gd name="GluePoint28Y" fmla="*/ 1823190 h 2401753"/>
                <a:gd name="GluePoint29X" fmla="*/ 2045352 w 2601854"/>
                <a:gd name="GluePoint29Y" fmla="*/ 1740700 h 2401753"/>
                <a:gd name="GluePoint30X" fmla="*/ 2087954 w 2601854"/>
                <a:gd name="GluePoint30Y" fmla="*/ 1440770 h 2401753"/>
                <a:gd name="GluePoint31X" fmla="*/ 1736263 w 2601854"/>
                <a:gd name="GluePoint31Y" fmla="*/ 1166155 h 24017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textAreaLeft" t="textAreaTop" r="textAreaRight" b="textAreaBottom"/>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2">
    <p:bg>
      <p:bgPr>
        <a:solidFill>
          <a:srgbClr val="f7f7f7"/>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384320" y="939960"/>
            <a:ext cx="4173480" cy="856800"/>
          </a:xfrm>
          <a:prstGeom prst="rect">
            <a:avLst/>
          </a:prstGeom>
          <a:noFill/>
          <a:ln w="0">
            <a:noFill/>
          </a:ln>
        </p:spPr>
        <p:txBody>
          <a:bodyPr lIns="91440" rIns="91440" tIns="45720" bIns="45720" anchor="b">
            <a:normAutofit/>
          </a:bodyPr>
          <a:p>
            <a:pPr indent="0" defTabSz="914400">
              <a:lnSpc>
                <a:spcPct val="90000"/>
              </a:lnSpc>
              <a:buNone/>
            </a:pPr>
            <a:r>
              <a:rPr lang="es" sz="2800" b="0" u="none" strike="noStrike" cap="all">
                <a:solidFill>
                  <a:schemeClr val="dk1"/>
                </a:solidFill>
                <a:effectLst/>
                <a:uFillTx/>
                <a:latin typeface="Verdana Pro Black"/>
              </a:rPr>
              <a:t>Agenda</a:t>
            </a:r>
            <a:endParaRPr lang="en-US" sz="2800" b="0" u="none" strike="noStrike">
              <a:solidFill>
                <a:schemeClr val="dk1"/>
              </a:solidFill>
              <a:effectLst/>
              <a:uFillTx/>
              <a:latin typeface="Corbel"/>
            </a:endParaRPr>
          </a:p>
        </p:txBody>
      </p:sp>
      <p:sp>
        <p:nvSpPr>
          <p:cNvPr id="23" name="PlaceHolder 2"/>
          <p:cNvSpPr>
            <a:spLocks noGrp="1"/>
          </p:cNvSpPr>
          <p:nvPr>
            <p:ph type="body"/>
          </p:nvPr>
        </p:nvSpPr>
        <p:spPr>
          <a:xfrm>
            <a:off x="7384320" y="2286000"/>
            <a:ext cx="4173480" cy="359964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s" sz="1800" b="0" u="none" spc="99" strike="noStrike">
                <a:solidFill>
                  <a:schemeClr val="dk1"/>
                </a:solidFill>
                <a:effectLst/>
                <a:uFillTx/>
                <a:latin typeface="Corbel"/>
              </a:rPr>
              <a:t>Haga clic para modificar los estilos de texto del patrón</a:t>
            </a:r>
            <a:endParaRPr lang="en-US" sz="18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600" b="0" u="none" spc="99" strike="noStrike">
                <a:solidFill>
                  <a:schemeClr val="dk1"/>
                </a:solidFill>
                <a:effectLst/>
                <a:uFillTx/>
                <a:latin typeface="Corbel"/>
              </a:rPr>
              <a:t>Segundo nivel</a:t>
            </a:r>
            <a:endParaRPr lang="en-US" sz="16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4" name="PlaceHolder 3"/>
          <p:cNvSpPr>
            <a:spLocks noGrp="1"/>
          </p:cNvSpPr>
          <p:nvPr>
            <p:ph type="dt" idx="4"/>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5" name="PlaceHolder 4"/>
          <p:cNvSpPr>
            <a:spLocks noGrp="1"/>
          </p:cNvSpPr>
          <p:nvPr>
            <p:ph type="ftr" idx="5"/>
          </p:nvPr>
        </p:nvSpPr>
        <p:spPr>
          <a:xfrm>
            <a:off x="7816680" y="6426720"/>
            <a:ext cx="294876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 name="PlaceHolder 5"/>
          <p:cNvSpPr>
            <a:spLocks noGrp="1"/>
          </p:cNvSpPr>
          <p:nvPr>
            <p:ph type="sldNum" idx="6"/>
          </p:nvPr>
        </p:nvSpPr>
        <p:spPr>
          <a:xfrm>
            <a:off x="10990080" y="6426720"/>
            <a:ext cx="5677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27" name="Forma libre: Forma 8"/>
          <p:cNvSpPr/>
          <p:nvPr/>
        </p:nvSpPr>
        <p:spPr>
          <a:xfrm rot="2181600">
            <a:off x="160200" y="393480"/>
            <a:ext cx="1324080" cy="2228040"/>
          </a:xfrm>
          <a:custGeom>
            <a:avLst/>
            <a:gdLst>
              <a:gd name="textAreaLeft" fmla="*/ 0 w 1324080"/>
              <a:gd name="textAreaRight" fmla="*/ 1324440 w 1324080"/>
              <a:gd name="textAreaTop" fmla="*/ 0 h 2228040"/>
              <a:gd name="textAreaBottom" fmla="*/ 2228400 h 2228040"/>
              <a:gd name="GluePoint1X" fmla="*/ 755074 w 1324333"/>
              <a:gd name="GluePoint1Y" fmla="*/ 196038 h 2228474"/>
              <a:gd name="GluePoint2X" fmla="*/ 872212 w 1324333"/>
              <a:gd name="GluePoint2Y" fmla="*/ 116528 h 2228474"/>
              <a:gd name="GluePoint3X" fmla="*/ 1314421 w 1324333"/>
              <a:gd name="GluePoint3Y" fmla="*/ 161 h 2228474"/>
              <a:gd name="GluePoint4X" fmla="*/ 1324333 w 1324333"/>
              <a:gd name="GluePoint4Y" fmla="*/ 898 h 2228474"/>
              <a:gd name="GluePoint5X" fmla="*/ 1324333 w 1324333"/>
              <a:gd name="GluePoint5Y" fmla="*/ 596332 h 2228474"/>
              <a:gd name="GluePoint6X" fmla="*/ 1279634 w 1324333"/>
              <a:gd name="GluePoint6Y" fmla="*/ 594622 h 2228474"/>
              <a:gd name="GluePoint7X" fmla="*/ 1169275 w 1324333"/>
              <a:gd name="GluePoint7Y" fmla="*/ 631225 h 2228474"/>
              <a:gd name="GluePoint8X" fmla="*/ 713057 w 1324333"/>
              <a:gd name="GluePoint8Y" fmla="*/ 1325575 h 2228474"/>
              <a:gd name="GluePoint9X" fmla="*/ 468900 w 1324333"/>
              <a:gd name="GluePoint9Y" fmla="*/ 2201377 h 2228474"/>
              <a:gd name="GluePoint10X" fmla="*/ 460782 w 1324333"/>
              <a:gd name="GluePoint10Y" fmla="*/ 2228474 h 2228474"/>
              <a:gd name="GluePoint11X" fmla="*/ 0 w 1324333"/>
              <a:gd name="GluePoint11Y" fmla="*/ 1602410 h 2228474"/>
              <a:gd name="GluePoint12X" fmla="*/ 18031 w 1324333"/>
              <a:gd name="GluePoint12Y" fmla="*/ 1536621 h 2228474"/>
              <a:gd name="GluePoint13X" fmla="*/ 159693 w 1324333"/>
              <a:gd name="GluePoint13Y" fmla="*/ 1110405 h 2228474"/>
              <a:gd name="GluePoint14X" fmla="*/ 435771 w 1324333"/>
              <a:gd name="GluePoint14Y" fmla="*/ 555113 h 2228474"/>
              <a:gd name="GluePoint15X" fmla="*/ 755074 w 1324333"/>
              <a:gd name="GluePoint15Y" fmla="*/ 196038 h 22284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8" name="Forma libre: Forma 9"/>
          <p:cNvSpPr/>
          <p:nvPr/>
        </p:nvSpPr>
        <p:spPr>
          <a:xfrm rot="2181600">
            <a:off x="1149480" y="1382400"/>
            <a:ext cx="2371680" cy="2374560"/>
          </a:xfrm>
          <a:custGeom>
            <a:avLst/>
            <a:gdLst>
              <a:gd name="textAreaLeft" fmla="*/ 0 w 2371680"/>
              <a:gd name="textAreaRight" fmla="*/ 2372040 w 2371680"/>
              <a:gd name="textAreaTop" fmla="*/ 0 h 2374560"/>
              <a:gd name="textAreaBottom" fmla="*/ 2374920 h 2374560"/>
              <a:gd name="GluePoint1X" fmla="*/ 0 w 2372054"/>
              <a:gd name="GluePoint1Y" fmla="*/ 115157 h 2374970"/>
              <a:gd name="GluePoint2X" fmla="*/ 82513 w 2372054"/>
              <a:gd name="GluePoint2Y" fmla="*/ 121290 h 2374970"/>
              <a:gd name="GluePoint3X" fmla="*/ 268838 w 2372054"/>
              <a:gd name="GluePoint3Y" fmla="*/ 165580 h 2374970"/>
              <a:gd name="GluePoint4X" fmla="*/ 750080 w 2372054"/>
              <a:gd name="GluePoint4Y" fmla="*/ 686373 h 2374970"/>
              <a:gd name="GluePoint5X" fmla="*/ 861480 w 2372054"/>
              <a:gd name="GluePoint5Y" fmla="*/ 1287535 h 2374970"/>
              <a:gd name="GluePoint6X" fmla="*/ 916468 w 2372054"/>
              <a:gd name="GluePoint6Y" fmla="*/ 1652584 h 2374970"/>
              <a:gd name="GluePoint7X" fmla="*/ 967995 w 2372054"/>
              <a:gd name="GluePoint7Y" fmla="*/ 1779783 h 2374970"/>
              <a:gd name="GluePoint8X" fmla="*/ 989622 w 2372054"/>
              <a:gd name="GluePoint8Y" fmla="*/ 1781673 h 2374970"/>
              <a:gd name="GluePoint9X" fmla="*/ 1175890 w 2372054"/>
              <a:gd name="GluePoint9Y" fmla="*/ 1599251 h 2374970"/>
              <a:gd name="GluePoint10X" fmla="*/ 1400189 w 2372054"/>
              <a:gd name="GluePoint10Y" fmla="*/ 1074785 h 2374970"/>
              <a:gd name="GluePoint11X" fmla="*/ 1446472 w 2372054"/>
              <a:gd name="GluePoint11Y" fmla="*/ 945210 h 2374970"/>
              <a:gd name="GluePoint12X" fmla="*/ 1866889 w 2372054"/>
              <a:gd name="GluePoint12Y" fmla="*/ 57047 h 2374970"/>
              <a:gd name="GluePoint13X" fmla="*/ 1866502 w 2372054"/>
              <a:gd name="GluePoint13Y" fmla="*/ 56522 h 2374970"/>
              <a:gd name="GluePoint14X" fmla="*/ 1902607 w 2372054"/>
              <a:gd name="GluePoint14Y" fmla="*/ 0 h 2374970"/>
              <a:gd name="GluePoint15X" fmla="*/ 2372054 w 2372054"/>
              <a:gd name="GluePoint15Y" fmla="*/ 368398 h 2374970"/>
              <a:gd name="GluePoint16X" fmla="*/ 2001716 w 2372054"/>
              <a:gd name="GluePoint16Y" fmla="*/ 1154140 h 2374970"/>
              <a:gd name="GluePoint17X" fmla="*/ 1959585 w 2372054"/>
              <a:gd name="GluePoint17Y" fmla="*/ 1271757 h 2374970"/>
              <a:gd name="GluePoint18X" fmla="*/ 1684099 w 2372054"/>
              <a:gd name="GluePoint18Y" fmla="*/ 1905936 h 2374970"/>
              <a:gd name="GluePoint19X" fmla="*/ 1424977 w 2372054"/>
              <a:gd name="GluePoint19Y" fmla="*/ 2214824 h 2374970"/>
              <a:gd name="GluePoint20X" fmla="*/ 994048 w 2372054"/>
              <a:gd name="GluePoint20Y" fmla="*/ 2374959 h 2374970"/>
              <a:gd name="GluePoint21X" fmla="*/ 394113 w 2372054"/>
              <a:gd name="GluePoint21Y" fmla="*/ 1960141 h 2374970"/>
              <a:gd name="GluePoint22X" fmla="*/ 272330 w 2372054"/>
              <a:gd name="GluePoint22Y" fmla="*/ 1353670 h 2374970"/>
              <a:gd name="GluePoint23X" fmla="*/ 74848 w 2372054"/>
              <a:gd name="GluePoint23Y" fmla="*/ 726828 h 2374970"/>
              <a:gd name="GluePoint24X" fmla="*/ 12783 w 2372054"/>
              <a:gd name="GluePoint24Y" fmla="*/ 711080 h 2374970"/>
              <a:gd name="GluePoint25X" fmla="*/ 0 w 2372054"/>
              <a:gd name="GluePoint25Y" fmla="*/ 710591 h 2374970"/>
              <a:gd name="GluePoint26X" fmla="*/ 0 w 2372054"/>
              <a:gd name="GluePoint26Y" fmla="*/ 115157 h 23749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9" name="Forma libre: Forma 10"/>
          <p:cNvSpPr/>
          <p:nvPr/>
        </p:nvSpPr>
        <p:spPr>
          <a:xfrm rot="2763000">
            <a:off x="3705840" y="4220280"/>
            <a:ext cx="919800" cy="2152800"/>
          </a:xfrm>
          <a:custGeom>
            <a:avLst/>
            <a:gdLst>
              <a:gd name="textAreaLeft" fmla="*/ 0 w 919800"/>
              <a:gd name="textAreaRight" fmla="*/ 920160 w 919800"/>
              <a:gd name="textAreaTop" fmla="*/ 0 h 2152800"/>
              <a:gd name="textAreaBottom" fmla="*/ 2153160 h 2152800"/>
              <a:gd name="GluePoint1X" fmla="*/ 72920 w 920228"/>
              <a:gd name="GluePoint1Y" fmla="*/ 0 h 2153217"/>
              <a:gd name="GluePoint2X" fmla="*/ 668475 w 920228"/>
              <a:gd name="GluePoint2Y" fmla="*/ 0 h 2153217"/>
              <a:gd name="GluePoint3X" fmla="*/ 663674 w 920228"/>
              <a:gd name="GluePoint3Y" fmla="*/ 51490 h 2153217"/>
              <a:gd name="GluePoint4X" fmla="*/ 636998 w 920228"/>
              <a:gd name="GluePoint4Y" fmla="*/ 278710 h 2153217"/>
              <a:gd name="GluePoint5X" fmla="*/ 674177 w 920228"/>
              <a:gd name="GluePoint5Y" fmla="*/ 1388665 h 2153217"/>
              <a:gd name="GluePoint6X" fmla="*/ 852890 w 920228"/>
              <a:gd name="GluePoint6Y" fmla="*/ 1557391 h 2153217"/>
              <a:gd name="GluePoint7X" fmla="*/ 852454 w 920228"/>
              <a:gd name="GluePoint7Y" fmla="*/ 1558781 h 2153217"/>
              <a:gd name="GluePoint8X" fmla="*/ 920228 w 920228"/>
              <a:gd name="GluePoint8Y" fmla="*/ 1558936 h 2153217"/>
              <a:gd name="GluePoint9X" fmla="*/ 843406 w 920228"/>
              <a:gd name="GluePoint9Y" fmla="*/ 2153217 h 2153217"/>
              <a:gd name="GluePoint10X" fmla="*/ 774139 w 920228"/>
              <a:gd name="GluePoint10Y" fmla="*/ 2147097 h 2153217"/>
              <a:gd name="GluePoint11X" fmla="*/ 120689 w 920228"/>
              <a:gd name="GluePoint11Y" fmla="*/ 1603859 h 2153217"/>
              <a:gd name="GluePoint12X" fmla="*/ 48363 w 920228"/>
              <a:gd name="GluePoint12Y" fmla="*/ 208238 h 2153217"/>
              <a:gd name="GluePoint13X" fmla="*/ 72059 w 920228"/>
              <a:gd name="GluePoint13Y" fmla="*/ 8781 h 2153217"/>
              <a:gd name="GluePoint14X" fmla="*/ 72920 w 920228"/>
              <a:gd name="GluePoint14Y" fmla="*/ 0 h 21532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0" name="Forma libre: Forma 11"/>
          <p:cNvSpPr/>
          <p:nvPr/>
        </p:nvSpPr>
        <p:spPr>
          <a:xfrm rot="2763000">
            <a:off x="3367080" y="1834920"/>
            <a:ext cx="2965680" cy="2147040"/>
          </a:xfrm>
          <a:custGeom>
            <a:avLst/>
            <a:gdLst>
              <a:gd name="textAreaLeft" fmla="*/ 0 w 2965680"/>
              <a:gd name="textAreaRight" fmla="*/ 2966040 w 2965680"/>
              <a:gd name="textAreaTop" fmla="*/ 0 h 2147040"/>
              <a:gd name="textAreaBottom" fmla="*/ 2147400 h 2147040"/>
              <a:gd name="GluePoint1X" fmla="*/ 535286 w 2966133"/>
              <a:gd name="GluePoint1Y" fmla="*/ 547105 h 2147511"/>
              <a:gd name="GluePoint2X" fmla="*/ 1767863 w 2966133"/>
              <a:gd name="GluePoint2Y" fmla="*/ 565 h 2147511"/>
              <a:gd name="GluePoint3X" fmla="*/ 2576515 w 2966133"/>
              <a:gd name="GluePoint3Y" fmla="*/ 381933 h 2147511"/>
              <a:gd name="GluePoint4X" fmla="*/ 2960164 w 2966133"/>
              <a:gd name="GluePoint4Y" fmla="*/ 1428439 h 2147511"/>
              <a:gd name="GluePoint5X" fmla="*/ 2953237 w 2966133"/>
              <a:gd name="GluePoint5Y" fmla="*/ 1952357 h 2147511"/>
              <a:gd name="GluePoint6X" fmla="*/ 2935042 w 2966133"/>
              <a:gd name="GluePoint6Y" fmla="*/ 2147511 h 2147511"/>
              <a:gd name="GluePoint7X" fmla="*/ 2339487 w 2966133"/>
              <a:gd name="GluePoint7Y" fmla="*/ 2147511 h 2147511"/>
              <a:gd name="GluePoint8X" fmla="*/ 2359319 w 2966133"/>
              <a:gd name="GluePoint8Y" fmla="*/ 1945267 h 2147511"/>
              <a:gd name="GluePoint9X" fmla="*/ 2134650 w 2966133"/>
              <a:gd name="GluePoint9Y" fmla="*/ 778134 h 2147511"/>
              <a:gd name="GluePoint10X" fmla="*/ 1750033 w 2966133"/>
              <a:gd name="GluePoint10Y" fmla="*/ 593777 h 2147511"/>
              <a:gd name="GluePoint11X" fmla="*/ 952336 w 2966133"/>
              <a:gd name="GluePoint11Y" fmla="*/ 969228 h 2147511"/>
              <a:gd name="GluePoint12X" fmla="*/ 524737 w 2966133"/>
              <a:gd name="GluePoint12Y" fmla="*/ 1643634 h 2147511"/>
              <a:gd name="GluePoint13X" fmla="*/ 0 w 2966133"/>
              <a:gd name="GluePoint13Y" fmla="*/ 1359469 h 2147511"/>
              <a:gd name="GluePoint14X" fmla="*/ 535286 w 2966133"/>
              <a:gd name="GluePoint14Y" fmla="*/ 547105 h 214751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1" name="Forma libre: Forma 12"/>
          <p:cNvSpPr/>
          <p:nvPr/>
        </p:nvSpPr>
        <p:spPr>
          <a:xfrm rot="19598400">
            <a:off x="5780880" y="6120720"/>
            <a:ext cx="821880" cy="862200"/>
          </a:xfrm>
          <a:custGeom>
            <a:avLst/>
            <a:gdLst>
              <a:gd name="textAreaLeft" fmla="*/ 0 w 821880"/>
              <a:gd name="textAreaRight" fmla="*/ 822240 w 821880"/>
              <a:gd name="textAreaTop" fmla="*/ 0 h 862200"/>
              <a:gd name="textAreaBottom" fmla="*/ 862560 h 862200"/>
              <a:gd name="GluePoint1X" fmla="*/ 793305 w 822142"/>
              <a:gd name="GluePoint1Y" fmla="*/ 1 h 862400"/>
              <a:gd name="GluePoint2X" fmla="*/ 813533 w 822142"/>
              <a:gd name="GluePoint2Y" fmla="*/ 79226 h 862400"/>
              <a:gd name="GluePoint3X" fmla="*/ 793709 w 822142"/>
              <a:gd name="GluePoint3Y" fmla="*/ 402686 h 862400"/>
              <a:gd name="GluePoint4X" fmla="*/ 572286 w 822142"/>
              <a:gd name="GluePoint4Y" fmla="*/ 796275 h 862400"/>
              <a:gd name="GluePoint5X" fmla="*/ 510382 w 822142"/>
              <a:gd name="GluePoint5Y" fmla="*/ 862400 h 862400"/>
              <a:gd name="GluePoint6X" fmla="*/ 0 w 822142"/>
              <a:gd name="GluePoint6Y" fmla="*/ 526293 h 862400"/>
              <a:gd name="GluePoint7X" fmla="*/ 25030 w 822142"/>
              <a:gd name="GluePoint7Y" fmla="*/ 505620 h 862400"/>
              <a:gd name="GluePoint8X" fmla="*/ 221846 w 822142"/>
              <a:gd name="GluePoint8Y" fmla="*/ 246987 h 862400"/>
              <a:gd name="GluePoint9X" fmla="*/ 183138 w 822142"/>
              <a:gd name="GluePoint9Y" fmla="*/ 52117 h 862400"/>
              <a:gd name="GluePoint10X" fmla="*/ 146517 w 822142"/>
              <a:gd name="GluePoint10Y" fmla="*/ 0 h 862400"/>
              <a:gd name="GluePoint11X" fmla="*/ 793305 w 822142"/>
              <a:gd name="GluePoint11Y" fmla="*/ 1 h 8624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2" name="Forma libre: Forma 13"/>
          <p:cNvSpPr/>
          <p:nvPr/>
        </p:nvSpPr>
        <p:spPr>
          <a:xfrm rot="19598400">
            <a:off x="3769920" y="5541120"/>
            <a:ext cx="2371320" cy="1190520"/>
          </a:xfrm>
          <a:custGeom>
            <a:avLst/>
            <a:gdLst>
              <a:gd name="textAreaLeft" fmla="*/ 0 w 2371320"/>
              <a:gd name="textAreaRight" fmla="*/ 2371680 w 2371320"/>
              <a:gd name="textAreaTop" fmla="*/ 0 h 1190520"/>
              <a:gd name="textAreaBottom" fmla="*/ 1190880 h 1190520"/>
              <a:gd name="GluePoint1X" fmla="*/ 1938622 w 2371713"/>
              <a:gd name="GluePoint1Y" fmla="*/ 599275 h 1190860"/>
              <a:gd name="GluePoint2X" fmla="*/ 2275354 w 2371713"/>
              <a:gd name="GluePoint2Y" fmla="*/ 947530 h 1190860"/>
              <a:gd name="GluePoint3X" fmla="*/ 2350664 w 2371713"/>
              <a:gd name="GluePoint3Y" fmla="*/ 1108415 h 1190860"/>
              <a:gd name="GluePoint4X" fmla="*/ 2371713 w 2371713"/>
              <a:gd name="GluePoint4Y" fmla="*/ 1190860 h 1190860"/>
              <a:gd name="GluePoint5X" fmla="*/ 1724925 w 2371713"/>
              <a:gd name="GluePoint5Y" fmla="*/ 1190859 h 1190860"/>
              <a:gd name="GluePoint6X" fmla="*/ 1718764 w 2371713"/>
              <a:gd name="GluePoint6Y" fmla="*/ 1182090 h 1190860"/>
              <a:gd name="GluePoint7X" fmla="*/ 1138108 w 2371713"/>
              <a:gd name="GluePoint7Y" fmla="*/ 951061 h 1190860"/>
              <a:gd name="GluePoint8X" fmla="*/ 575594 w 2371713"/>
              <a:gd name="GluePoint8Y" fmla="*/ 785908 h 1190860"/>
              <a:gd name="GluePoint9X" fmla="*/ 574145 w 2371713"/>
              <a:gd name="GluePoint9Y" fmla="*/ 785737 h 1190860"/>
              <a:gd name="GluePoint10X" fmla="*/ 0 w 2371713"/>
              <a:gd name="GluePoint10Y" fmla="*/ 33755 h 1190860"/>
              <a:gd name="GluePoint11X" fmla="*/ 598276 w 2371713"/>
              <a:gd name="GluePoint11Y" fmla="*/ 0 h 1190860"/>
              <a:gd name="GluePoint12X" fmla="*/ 831668 w 2371713"/>
              <a:gd name="GluePoint12Y" fmla="*/ 251267 h 1190860"/>
              <a:gd name="GluePoint13X" fmla="*/ 1255602 w 2371713"/>
              <a:gd name="GluePoint13Y" fmla="*/ 369651 h 1190860"/>
              <a:gd name="GluePoint14X" fmla="*/ 1938622 w 2371713"/>
              <a:gd name="GluePoint14Y" fmla="*/ 599275 h 11908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con imagen">
    <p:bg>
      <p:bgPr>
        <a:solidFill>
          <a:srgbClr val="3d47a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914400" y="859680"/>
            <a:ext cx="5265720" cy="1113120"/>
          </a:xfrm>
          <a:prstGeom prst="rect">
            <a:avLst/>
          </a:prstGeom>
          <a:noFill/>
          <a:ln w="0">
            <a:noFill/>
          </a:ln>
        </p:spPr>
        <p:txBody>
          <a:bodyPr lIns="91440" rIns="91440" tIns="45720" bIns="45720" anchor="b">
            <a:normAutofit/>
          </a:bodyPr>
          <a:p>
            <a:pPr indent="0" defTabSz="914400">
              <a:lnSpc>
                <a:spcPct val="90000"/>
              </a:lnSpc>
              <a:buNone/>
            </a:pPr>
            <a:r>
              <a:rPr lang="es" sz="3000" b="0" u="none" strike="noStrike" cap="all">
                <a:solidFill>
                  <a:schemeClr val="lt1"/>
                </a:solidFill>
                <a:effectLst/>
                <a:uFillTx/>
                <a:latin typeface="Verdana Pro Black"/>
              </a:rPr>
              <a:t>Agenda</a:t>
            </a:r>
            <a:endParaRPr lang="en-US" sz="3000" b="0" u="none" strike="noStrike">
              <a:solidFill>
                <a:schemeClr val="lt1"/>
              </a:solidFill>
              <a:effectLst/>
              <a:uFillTx/>
              <a:latin typeface="Corbel"/>
            </a:endParaRPr>
          </a:p>
        </p:txBody>
      </p:sp>
      <p:sp>
        <p:nvSpPr>
          <p:cNvPr id="34" name="PlaceHolder 2"/>
          <p:cNvSpPr>
            <a:spLocks noGrp="1"/>
          </p:cNvSpPr>
          <p:nvPr>
            <p:ph type="body"/>
          </p:nvPr>
        </p:nvSpPr>
        <p:spPr>
          <a:xfrm>
            <a:off x="914400" y="2487240"/>
            <a:ext cx="5265720" cy="4003200"/>
          </a:xfrm>
          <a:prstGeom prst="rect">
            <a:avLst/>
          </a:prstGeom>
          <a:noFill/>
          <a:ln w="0">
            <a:noFill/>
          </a:ln>
        </p:spPr>
        <p:txBody>
          <a:bodyPr lIns="91440" rIns="91440" tIns="45720" bIns="45720" anchor="t">
            <a:normAutofit/>
          </a:bodyPr>
          <a:p>
            <a:pPr marL="457200" indent="-457200" defTabSz="914400">
              <a:lnSpc>
                <a:spcPct val="170000"/>
              </a:lnSpc>
              <a:spcBef>
                <a:spcPts val="1001"/>
              </a:spcBef>
              <a:spcAft>
                <a:spcPts val="601"/>
              </a:spcAft>
              <a:buNone/>
              <a:tabLst>
                <a:tab algn="l" pos="0"/>
              </a:tabLst>
            </a:pPr>
            <a:r>
              <a:rPr lang="es" sz="2000" b="0" u="none" spc="99" strike="noStrike">
                <a:solidFill>
                  <a:schemeClr val="lt1"/>
                </a:solidFill>
                <a:effectLst/>
                <a:uFillTx/>
                <a:latin typeface="Corbel"/>
              </a:rPr>
              <a:t>Haga clic para modificar los estilos de texto del patrón</a:t>
            </a:r>
            <a:endParaRPr lang="en-US" sz="2000" b="0" u="none" spc="99" strike="noStrike">
              <a:solidFill>
                <a:schemeClr val="lt1"/>
              </a:solidFill>
              <a:effectLst/>
              <a:uFillTx/>
              <a:latin typeface="Corbel"/>
            </a:endParaRPr>
          </a:p>
          <a:p>
            <a:pPr marL="571680" indent="-343080" defTabSz="914400">
              <a:lnSpc>
                <a:spcPct val="170000"/>
              </a:lnSpc>
              <a:spcBef>
                <a:spcPts val="499"/>
              </a:spcBef>
              <a:spcAft>
                <a:spcPts val="601"/>
              </a:spcAft>
              <a:buNone/>
              <a:tabLst>
                <a:tab algn="l" pos="0"/>
              </a:tabLst>
            </a:pPr>
            <a:r>
              <a:rPr lang="es" sz="1800" b="0" u="none" spc="99" strike="noStrike">
                <a:solidFill>
                  <a:schemeClr val="lt1"/>
                </a:solidFill>
                <a:effectLst/>
                <a:uFillTx/>
                <a:latin typeface="Corbel"/>
              </a:rPr>
              <a:t>Segundo nivel</a:t>
            </a:r>
            <a:endParaRPr lang="en-US" sz="1800" b="0" u="none" spc="99" strike="noStrike">
              <a:solidFill>
                <a:schemeClr val="lt1"/>
              </a:solidFill>
              <a:effectLst/>
              <a:uFillTx/>
              <a:latin typeface="Corbel"/>
            </a:endParaRPr>
          </a:p>
          <a:p>
            <a:pPr marL="800280" indent="-343080" defTabSz="914400">
              <a:lnSpc>
                <a:spcPct val="170000"/>
              </a:lnSpc>
              <a:spcBef>
                <a:spcPts val="499"/>
              </a:spcBef>
              <a:spcAft>
                <a:spcPts val="601"/>
              </a:spcAft>
              <a:buNone/>
              <a:tabLst>
                <a:tab algn="l" pos="0"/>
              </a:tabLst>
            </a:pPr>
            <a:r>
              <a:rPr lang="es" sz="1600" b="0" u="none" spc="99" strike="noStrike">
                <a:solidFill>
                  <a:schemeClr val="lt1"/>
                </a:solidFill>
                <a:effectLst/>
                <a:uFillTx/>
                <a:latin typeface="Corbel"/>
              </a:rPr>
              <a:t>Tercer nivel</a:t>
            </a:r>
            <a:endParaRPr lang="en-US" sz="1600" b="0" u="none" spc="99" strike="noStrike">
              <a:solidFill>
                <a:schemeClr val="lt1"/>
              </a:solidFill>
              <a:effectLst/>
              <a:uFillTx/>
              <a:latin typeface="Corbel"/>
            </a:endParaRPr>
          </a:p>
          <a:p>
            <a:pPr marL="1028880" indent="-343080" defTabSz="914400">
              <a:lnSpc>
                <a:spcPct val="170000"/>
              </a:lnSpc>
              <a:spcBef>
                <a:spcPts val="499"/>
              </a:spcBef>
              <a:spcAft>
                <a:spcPts val="601"/>
              </a:spcAft>
              <a:buNone/>
              <a:tabLst>
                <a:tab algn="l" pos="0"/>
              </a:tabLst>
            </a:pPr>
            <a:r>
              <a:rPr lang="es" sz="1400" b="0" u="none" spc="99" strike="noStrike">
                <a:solidFill>
                  <a:schemeClr val="lt1"/>
                </a:solidFill>
                <a:effectLst/>
                <a:uFillTx/>
                <a:latin typeface="Corbel"/>
              </a:rPr>
              <a:t>Cuarto nivel</a:t>
            </a:r>
            <a:endParaRPr lang="en-US" sz="1400" b="0" u="none" spc="99" strike="noStrike">
              <a:solidFill>
                <a:schemeClr val="lt1"/>
              </a:solidFill>
              <a:effectLst/>
              <a:uFillTx/>
              <a:latin typeface="Corbel"/>
            </a:endParaRPr>
          </a:p>
          <a:p>
            <a:pPr marL="914400" indent="0" defTabSz="914400">
              <a:lnSpc>
                <a:spcPct val="170000"/>
              </a:lnSpc>
              <a:spcBef>
                <a:spcPts val="499"/>
              </a:spcBef>
              <a:spcAft>
                <a:spcPts val="601"/>
              </a:spcAft>
              <a:buNone/>
              <a:tabLst>
                <a:tab algn="l" pos="0"/>
              </a:tabLst>
            </a:pPr>
            <a:r>
              <a:rPr lang="es" sz="1400" b="0" u="none" spc="99" strike="noStrike">
                <a:solidFill>
                  <a:schemeClr val="lt1"/>
                </a:solidFill>
                <a:effectLst/>
                <a:uFillTx/>
                <a:latin typeface="Corbel"/>
              </a:rPr>
              <a:t>Quinto nivel</a:t>
            </a:r>
            <a:endParaRPr lang="en-US" sz="1400" b="0" u="none" spc="99" strike="noStrike">
              <a:solidFill>
                <a:schemeClr val="lt1"/>
              </a:solidFill>
              <a:effectLst/>
              <a:uFillTx/>
              <a:latin typeface="Corbel"/>
            </a:endParaRPr>
          </a:p>
        </p:txBody>
      </p:sp>
      <p:sp>
        <p:nvSpPr>
          <p:cNvPr id="35" name="PlaceHolder 3"/>
          <p:cNvSpPr>
            <a:spLocks noGrp="1"/>
          </p:cNvSpPr>
          <p:nvPr>
            <p:ph type="dt" idx="7"/>
          </p:nvPr>
        </p:nvSpPr>
        <p:spPr>
          <a:xfrm>
            <a:off x="893160" y="6426720"/>
            <a:ext cx="103896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36" name="PlaceHolder 4"/>
          <p:cNvSpPr>
            <a:spLocks noGrp="1"/>
          </p:cNvSpPr>
          <p:nvPr>
            <p:ph type="ftr" idx="8"/>
          </p:nvPr>
        </p:nvSpPr>
        <p:spPr>
          <a:xfrm>
            <a:off x="2114280" y="6426720"/>
            <a:ext cx="282312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7" name="PlaceHolder 5"/>
          <p:cNvSpPr>
            <a:spLocks noGrp="1"/>
          </p:cNvSpPr>
          <p:nvPr>
            <p:ph type="sldNum" idx="9"/>
          </p:nvPr>
        </p:nvSpPr>
        <p:spPr>
          <a:xfrm>
            <a:off x="5119560" y="6426720"/>
            <a:ext cx="103896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38" name="PlaceHolder 6"/>
          <p:cNvSpPr>
            <a:spLocks noGrp="1"/>
          </p:cNvSpPr>
          <p:nvPr>
            <p:ph type="body"/>
          </p:nvPr>
        </p:nvSpPr>
        <p:spPr>
          <a:xfrm>
            <a:off x="6854760" y="705960"/>
            <a:ext cx="4506480" cy="544572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pPr>
            <a:r>
              <a:rPr lang="es" sz="1800" b="0" u="none" strike="noStrike">
                <a:solidFill>
                  <a:schemeClr val="lt1"/>
                </a:solidFill>
                <a:effectLst/>
                <a:uFillTx/>
                <a:latin typeface="Corbel"/>
              </a:rPr>
              <a:t>   </a:t>
            </a:r>
            <a:endParaRPr lang="en-US" sz="1800" b="0" u="none" spc="99" strike="noStrike">
              <a:solidFill>
                <a:schemeClr val="lt1"/>
              </a:solidFill>
              <a:effectLst/>
              <a:uFillTx/>
              <a:latin typeface="Corbel"/>
            </a:endParaRPr>
          </a:p>
        </p:txBody>
      </p:sp>
      <p:sp>
        <p:nvSpPr>
          <p:cNvPr id="39" name="Forma libre: Forma 11"/>
          <p:cNvSpPr/>
          <p:nvPr/>
        </p:nvSpPr>
        <p:spPr>
          <a:xfrm rot="14200200">
            <a:off x="8168760" y="5557320"/>
            <a:ext cx="888840" cy="1576080"/>
          </a:xfrm>
          <a:custGeom>
            <a:avLst/>
            <a:gdLst>
              <a:gd name="textAreaLeft" fmla="*/ 0 w 888840"/>
              <a:gd name="textAreaRight" fmla="*/ 889200 w 888840"/>
              <a:gd name="textAreaTop" fmla="*/ 0 h 1576080"/>
              <a:gd name="textAreaBottom" fmla="*/ 1576440 h 1576080"/>
              <a:gd name="GluePoint1X" fmla="*/ 889203 w 889203"/>
              <a:gd name="GluePoint1Y" fmla="*/ 1576585 h 1576585"/>
              <a:gd name="GluePoint2X" fmla="*/ 304217 w 889203"/>
              <a:gd name="GluePoint2Y" fmla="*/ 1576585 h 1576585"/>
              <a:gd name="GluePoint3X" fmla="*/ 304311 w 889203"/>
              <a:gd name="GluePoint3Y" fmla="*/ 1527246 h 1576585"/>
              <a:gd name="GluePoint4X" fmla="*/ 268190 w 889203"/>
              <a:gd name="GluePoint4Y" fmla="*/ 1240693 h 1576585"/>
              <a:gd name="GluePoint5X" fmla="*/ 13180 w 889203"/>
              <a:gd name="GluePoint5Y" fmla="*/ 551074 h 1576585"/>
              <a:gd name="GluePoint6X" fmla="*/ 0 w 889203"/>
              <a:gd name="GluePoint6Y" fmla="*/ 531038 h 1576585"/>
              <a:gd name="GluePoint7X" fmla="*/ 349292 w 889203"/>
              <a:gd name="GluePoint7Y" fmla="*/ 0 h 1576585"/>
              <a:gd name="GluePoint8X" fmla="*/ 447775 w 889203"/>
              <a:gd name="GluePoint8Y" fmla="*/ 141432 h 1576585"/>
              <a:gd name="GluePoint9X" fmla="*/ 841253 w 889203"/>
              <a:gd name="GluePoint9Y" fmla="*/ 1128394 h 1576585"/>
              <a:gd name="GluePoint10X" fmla="*/ 886695 w 889203"/>
              <a:gd name="GluePoint10Y" fmla="*/ 1490195 h 15765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0" name="Forma libre: Forma 13"/>
          <p:cNvSpPr/>
          <p:nvPr/>
        </p:nvSpPr>
        <p:spPr>
          <a:xfrm rot="11461800">
            <a:off x="11304000" y="5262480"/>
            <a:ext cx="972000" cy="784440"/>
          </a:xfrm>
          <a:custGeom>
            <a:avLst/>
            <a:gdLst>
              <a:gd name="textAreaLeft" fmla="*/ 0 w 972000"/>
              <a:gd name="textAreaRight" fmla="*/ 972360 w 972000"/>
              <a:gd name="textAreaTop" fmla="*/ 0 h 784440"/>
              <a:gd name="textAreaBottom" fmla="*/ 784800 h 784440"/>
              <a:gd name="GluePoint1X" fmla="*/ 972351 w 972351"/>
              <a:gd name="GluePoint1Y" fmla="*/ 784940 h 784940"/>
              <a:gd name="GluePoint2X" fmla="*/ 941141 w 972351"/>
              <a:gd name="GluePoint2Y" fmla="*/ 781630 h 784940"/>
              <a:gd name="GluePoint3X" fmla="*/ 363698 w 972351"/>
              <a:gd name="GluePoint3Y" fmla="*/ 667612 h 784940"/>
              <a:gd name="GluePoint4X" fmla="*/ 119849 w 972351"/>
              <a:gd name="GluePoint4Y" fmla="*/ 615042 h 784940"/>
              <a:gd name="GluePoint5X" fmla="*/ 0 w 972351"/>
              <a:gd name="GluePoint5Y" fmla="*/ 0 h 784940"/>
              <a:gd name="GluePoint6X" fmla="*/ 79571 w 972351"/>
              <a:gd name="GluePoint6Y" fmla="*/ 12236 h 784940"/>
              <a:gd name="GluePoint7X" fmla="*/ 494163 w 972351"/>
              <a:gd name="GluePoint7Y" fmla="*/ 99628 h 784940"/>
              <a:gd name="GluePoint8X" fmla="*/ 761819 w 972351"/>
              <a:gd name="GluePoint8Y" fmla="*/ 158402 h 784940"/>
              <a:gd name="GluePoint9X" fmla="*/ 972351 w 972351"/>
              <a:gd name="GluePoint9Y" fmla="*/ 196002 h 7849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1" name="Forma libre: Forma 8"/>
          <p:cNvSpPr/>
          <p:nvPr/>
        </p:nvSpPr>
        <p:spPr>
          <a:xfrm rot="11461800">
            <a:off x="9046440" y="4928040"/>
            <a:ext cx="2246760" cy="1249560"/>
          </a:xfrm>
          <a:custGeom>
            <a:avLst/>
            <a:gdLst>
              <a:gd name="textAreaLeft" fmla="*/ 0 w 2246760"/>
              <a:gd name="textAreaRight" fmla="*/ 2247120 w 2246760"/>
              <a:gd name="textAreaTop" fmla="*/ 0 h 1249560"/>
              <a:gd name="textAreaBottom" fmla="*/ 1249920 h 1249560"/>
              <a:gd name="GluePoint1X" fmla="*/ 1544426 w 1888094"/>
              <a:gd name="GluePoint1Y" fmla="*/ 0 h 1050279"/>
              <a:gd name="GluePoint2X" fmla="*/ 1888094 w 1888094"/>
              <a:gd name="GluePoint2Y" fmla="*/ 351412 h 1050279"/>
              <a:gd name="GluePoint3X" fmla="*/ 1832868 w 1888094"/>
              <a:gd name="GluePoint3Y" fmla="*/ 408647 h 1050279"/>
              <a:gd name="GluePoint4X" fmla="*/ 1217380 w 1888094"/>
              <a:gd name="GluePoint4Y" fmla="*/ 838650 h 1050279"/>
              <a:gd name="GluePoint5X" fmla="*/ 133347 w 1888094"/>
              <a:gd name="GluePoint5Y" fmla="*/ 1045093 h 1050279"/>
              <a:gd name="GluePoint6X" fmla="*/ 0 w 1888094"/>
              <a:gd name="GluePoint6Y" fmla="*/ 1030947 h 1050279"/>
              <a:gd name="GluePoint7X" fmla="*/ 0 w 1888094"/>
              <a:gd name="GluePoint7Y" fmla="*/ 536100 h 1050279"/>
              <a:gd name="GluePoint8X" fmla="*/ 43997 w 1888094"/>
              <a:gd name="GluePoint8Y" fmla="*/ 543957 h 1050279"/>
              <a:gd name="GluePoint9X" fmla="*/ 1005273 w 1888094"/>
              <a:gd name="GluePoint9Y" fmla="*/ 397168 h 1050279"/>
              <a:gd name="GluePoint10X" fmla="*/ 1402212 w 1888094"/>
              <a:gd name="GluePoint10Y" fmla="*/ 138554 h 1050279"/>
              <a:gd name="GluePoint11X" fmla="*/ 1544426 w 1888094"/>
              <a:gd name="GluePoint11Y" fmla="*/ 0 h 1050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3d47a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5346720" y="3429000"/>
            <a:ext cx="5867640" cy="2482920"/>
          </a:xfrm>
          <a:prstGeom prst="rect">
            <a:avLst/>
          </a:prstGeom>
          <a:noFill/>
          <a:ln w="0">
            <a:noFill/>
          </a:ln>
        </p:spPr>
        <p:txBody>
          <a:bodyPr lIns="91440" rIns="91440" tIns="45720" bIns="45720" anchor="ctr">
            <a:noAutofit/>
          </a:bodyPr>
          <a:p>
            <a:pPr indent="0" defTabSz="914400">
              <a:lnSpc>
                <a:spcPct val="90000"/>
              </a:lnSpc>
              <a:buNone/>
            </a:pPr>
            <a:r>
              <a:rPr lang="es" sz="5500" b="0" u="none" strike="noStrike" cap="all">
                <a:solidFill>
                  <a:schemeClr val="lt1"/>
                </a:solidFill>
                <a:effectLst/>
                <a:uFillTx/>
                <a:latin typeface="Verdana Pro Black"/>
              </a:rPr>
              <a:t>Haga clic para modificar el estilo de título del patrón</a:t>
            </a:r>
            <a:endParaRPr lang="en-US" sz="5500" b="0" u="none" strike="noStrike">
              <a:solidFill>
                <a:schemeClr val="lt1"/>
              </a:solidFill>
              <a:effectLst/>
              <a:uFillTx/>
              <a:latin typeface="Corbel"/>
            </a:endParaRPr>
          </a:p>
        </p:txBody>
      </p:sp>
      <p:sp>
        <p:nvSpPr>
          <p:cNvPr id="43" name="Forma libre: Forma 12"/>
          <p:cNvSpPr/>
          <p:nvPr/>
        </p:nvSpPr>
        <p:spPr>
          <a:xfrm rot="21093600">
            <a:off x="568440" y="1440"/>
            <a:ext cx="1362240" cy="2900520"/>
          </a:xfrm>
          <a:custGeom>
            <a:avLst/>
            <a:gdLst>
              <a:gd name="textAreaLeft" fmla="*/ 0 w 1362240"/>
              <a:gd name="textAreaRight" fmla="*/ 1362600 w 1362240"/>
              <a:gd name="textAreaTop" fmla="*/ 0 h 2900520"/>
              <a:gd name="textAreaBottom" fmla="*/ 2900880 h 2900520"/>
              <a:gd name="GluePoint1X" fmla="*/ 798240 w 1362450"/>
              <a:gd name="GluePoint1Y" fmla="*/ 0 h 2900810"/>
              <a:gd name="GluePoint2X" fmla="*/ 1351064 w 1362450"/>
              <a:gd name="GluePoint2Y" fmla="*/ 82054 h 2900810"/>
              <a:gd name="GluePoint3X" fmla="*/ 1360761 w 1362450"/>
              <a:gd name="GluePoint3Y" fmla="*/ 202237 h 2900810"/>
              <a:gd name="GluePoint4X" fmla="*/ 1176870 w 1362450"/>
              <a:gd name="GluePoint4Y" fmla="*/ 1184479 h 2900810"/>
              <a:gd name="GluePoint5X" fmla="*/ 924095 w 1362450"/>
              <a:gd name="GluePoint5Y" fmla="*/ 1732432 h 2900810"/>
              <a:gd name="GluePoint6X" fmla="*/ 529252 w 1362450"/>
              <a:gd name="GluePoint6Y" fmla="*/ 2868590 h 2900810"/>
              <a:gd name="GluePoint7X" fmla="*/ 528631 w 1362450"/>
              <a:gd name="GluePoint7Y" fmla="*/ 2900810 h 2900810"/>
              <a:gd name="GluePoint8X" fmla="*/ 0 w 1362450"/>
              <a:gd name="GluePoint8Y" fmla="*/ 2900810 h 2900810"/>
              <a:gd name="GluePoint9X" fmla="*/ 1512 w 1362450"/>
              <a:gd name="GluePoint9Y" fmla="*/ 2826590 h 2900810"/>
              <a:gd name="GluePoint10X" fmla="*/ 449387 w 1362450"/>
              <a:gd name="GluePoint10Y" fmla="*/ 1497590 h 2900810"/>
              <a:gd name="GluePoint11X" fmla="*/ 686055 w 1362450"/>
              <a:gd name="GluePoint11Y" fmla="*/ 985958 h 2900810"/>
              <a:gd name="GluePoint12X" fmla="*/ 831919 w 1362450"/>
              <a:gd name="GluePoint12Y" fmla="*/ 223804 h 2900810"/>
              <a:gd name="GluePoint13X" fmla="*/ 811393 w 1362450"/>
              <a:gd name="GluePoint13Y" fmla="*/ 45187 h 2900810"/>
              <a:gd name="GluePoint14X" fmla="*/ 798240 w 1362450"/>
              <a:gd name="GluePoint14Y" fmla="*/ 0 h 29008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4" name="Forma libre: Forma 6"/>
          <p:cNvSpPr/>
          <p:nvPr/>
        </p:nvSpPr>
        <p:spPr>
          <a:xfrm rot="2785200">
            <a:off x="5354280" y="-213840"/>
            <a:ext cx="1720800" cy="2819520"/>
          </a:xfrm>
          <a:custGeom>
            <a:avLst/>
            <a:gdLst>
              <a:gd name="textAreaLeft" fmla="*/ 0 w 1720800"/>
              <a:gd name="textAreaRight" fmla="*/ 1721160 w 1720800"/>
              <a:gd name="textAreaTop" fmla="*/ 0 h 2819520"/>
              <a:gd name="textAreaBottom" fmla="*/ 2819880 h 2819520"/>
              <a:gd name="GluePoint1X" fmla="*/ 540392 w 1721232"/>
              <a:gd name="GluePoint1Y" fmla="*/ 487103 h 2820012"/>
              <a:gd name="GluePoint2X" fmla="*/ 1325593 w 1721232"/>
              <a:gd name="GluePoint2Y" fmla="*/ 42625 h 2820012"/>
              <a:gd name="GluePoint3X" fmla="*/ 1641152 w 1721232"/>
              <a:gd name="GluePoint3Y" fmla="*/ 0 h 2820012"/>
              <a:gd name="GluePoint4X" fmla="*/ 1721232 w 1721232"/>
              <a:gd name="GluePoint4Y" fmla="*/ 601 h 2820012"/>
              <a:gd name="GluePoint5X" fmla="*/ 1721232 w 1721232"/>
              <a:gd name="GluePoint5Y" fmla="*/ 527740 h 2820012"/>
              <a:gd name="GluePoint6X" fmla="*/ 1667804 w 1721232"/>
              <a:gd name="GluePoint6Y" fmla="*/ 527082 h 2820012"/>
              <a:gd name="GluePoint7X" fmla="*/ 1447596 w 1721232"/>
              <a:gd name="GluePoint7Y" fmla="*/ 556216 h 2820012"/>
              <a:gd name="GluePoint8X" fmla="*/ 690909 w 1721232"/>
              <a:gd name="GluePoint8Y" fmla="*/ 1183833 h 2820012"/>
              <a:gd name="GluePoint9X" fmla="*/ 565263 w 1721232"/>
              <a:gd name="GluePoint9Y" fmla="*/ 2239665 h 2820012"/>
              <a:gd name="GluePoint10X" fmla="*/ 706504 w 1721232"/>
              <a:gd name="GluePoint10Y" fmla="*/ 2672897 h 2820012"/>
              <a:gd name="GluePoint11X" fmla="*/ 744105 w 1721232"/>
              <a:gd name="GluePoint11Y" fmla="*/ 2764792 h 2820012"/>
              <a:gd name="GluePoint12X" fmla="*/ 194075 w 1721232"/>
              <a:gd name="GluePoint12Y" fmla="*/ 2820012 h 2820012"/>
              <a:gd name="GluePoint13X" fmla="*/ 147510 w 1721232"/>
              <a:gd name="GluePoint13Y" fmla="*/ 2697959 h 2820012"/>
              <a:gd name="GluePoint14X" fmla="*/ 46462 w 1721232"/>
              <a:gd name="GluePoint14Y" fmla="*/ 2351528 h 2820012"/>
              <a:gd name="GluePoint15X" fmla="*/ 214366 w 1721232"/>
              <a:gd name="GluePoint15Y" fmla="*/ 953042 h 2820012"/>
              <a:gd name="GluePoint16X" fmla="*/ 540392 w 1721232"/>
              <a:gd name="GluePoint16Y" fmla="*/ 487103 h 282001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5" name="Forma libre: Forma 10"/>
          <p:cNvSpPr/>
          <p:nvPr/>
        </p:nvSpPr>
        <p:spPr>
          <a:xfrm rot="20961000">
            <a:off x="963360" y="2795400"/>
            <a:ext cx="1884600" cy="2164320"/>
          </a:xfrm>
          <a:custGeom>
            <a:avLst/>
            <a:gdLst>
              <a:gd name="textAreaLeft" fmla="*/ 0 w 1884600"/>
              <a:gd name="textAreaRight" fmla="*/ 1884960 w 1884600"/>
              <a:gd name="textAreaTop" fmla="*/ 0 h 2164320"/>
              <a:gd name="textAreaBottom" fmla="*/ 2164680 h 2164320"/>
              <a:gd name="GluePoint1X" fmla="*/ 537800 w 1884847"/>
              <a:gd name="GluePoint1Y" fmla="*/ 20324 h 2164816"/>
              <a:gd name="GluePoint2X" fmla="*/ 529177 w 1884847"/>
              <a:gd name="GluePoint2Y" fmla="*/ 169477 h 2164816"/>
              <a:gd name="GluePoint3X" fmla="*/ 993492 w 1884847"/>
              <a:gd name="GluePoint3Y" fmla="*/ 1280771 h 2164816"/>
              <a:gd name="GluePoint4X" fmla="*/ 1863340 w 1884847"/>
              <a:gd name="GluePoint4Y" fmla="*/ 1634674 h 2164816"/>
              <a:gd name="GluePoint5X" fmla="*/ 1884847 w 1884847"/>
              <a:gd name="GluePoint5Y" fmla="*/ 1634165 h 2164816"/>
              <a:gd name="GluePoint6X" fmla="*/ 1884847 w 1884847"/>
              <a:gd name="GluePoint6Y" fmla="*/ 2164816 h 2164816"/>
              <a:gd name="GluePoint7X" fmla="*/ 1847345 w 1884847"/>
              <a:gd name="GluePoint7Y" fmla="*/ 2164541 h 2164816"/>
              <a:gd name="GluePoint8X" fmla="*/ 1576703 w 1884847"/>
              <a:gd name="GluePoint8Y" fmla="*/ 2133729 h 2164816"/>
              <a:gd name="GluePoint9X" fmla="*/ 637193 w 1884847"/>
              <a:gd name="GluePoint9Y" fmla="*/ 1671782 h 2164816"/>
              <a:gd name="GluePoint10X" fmla="*/ 117943 w 1884847"/>
              <a:gd name="GluePoint10Y" fmla="*/ 867412 h 2164816"/>
              <a:gd name="GluePoint11X" fmla="*/ 4 w 1884847"/>
              <a:gd name="GluePoint11Y" fmla="*/ 162255 h 2164816"/>
              <a:gd name="GluePoint12X" fmla="*/ 9560 w 1884847"/>
              <a:gd name="GluePoint12Y" fmla="*/ 0 h 2164816"/>
              <a:gd name="GluePoint13X" fmla="*/ 537800 w 1884847"/>
              <a:gd name="GluePoint13Y" fmla="*/ 20324 h 21648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6" name="Forma libre: Forma 8"/>
          <p:cNvSpPr/>
          <p:nvPr/>
        </p:nvSpPr>
        <p:spPr>
          <a:xfrm rot="20961000">
            <a:off x="2748240" y="1720440"/>
            <a:ext cx="2586960" cy="2832840"/>
          </a:xfrm>
          <a:custGeom>
            <a:avLst/>
            <a:gdLst>
              <a:gd name="textAreaLeft" fmla="*/ 0 w 2586960"/>
              <a:gd name="textAreaRight" fmla="*/ 2587320 w 2586960"/>
              <a:gd name="textAreaTop" fmla="*/ 0 h 2832840"/>
              <a:gd name="textAreaBottom" fmla="*/ 2833200 h 2832840"/>
              <a:gd name="GluePoint1X" fmla="*/ 2242096 w 2587492"/>
              <a:gd name="GluePoint1Y" fmla="*/ 117769 h 2833108"/>
              <a:gd name="GluePoint2X" fmla="*/ 2587492 w 2587492"/>
              <a:gd name="GluePoint2Y" fmla="*/ 549374 h 2833108"/>
              <a:gd name="GluePoint3X" fmla="*/ 2551876 w 2587492"/>
              <a:gd name="GluePoint3Y" fmla="*/ 600594 h 2833108"/>
              <a:gd name="GluePoint4X" fmla="*/ 2180296 w 2587492"/>
              <a:gd name="GluePoint4Y" fmla="*/ 1088845 h 2833108"/>
              <a:gd name="GluePoint5X" fmla="*/ 1770019 w 2587492"/>
              <a:gd name="GluePoint5Y" fmla="*/ 1425947 h 2833108"/>
              <a:gd name="GluePoint6X" fmla="*/ 1703470 w 2587492"/>
              <a:gd name="GluePoint6Y" fmla="*/ 1665213 h 2833108"/>
              <a:gd name="GluePoint7X" fmla="*/ 735718 w 2587492"/>
              <a:gd name="GluePoint7Y" fmla="*/ 2695407 h 2833108"/>
              <a:gd name="GluePoint8X" fmla="*/ 96542 w 2587492"/>
              <a:gd name="GluePoint8Y" fmla="*/ 2833108 h 2833108"/>
              <a:gd name="GluePoint9X" fmla="*/ 0 w 2587492"/>
              <a:gd name="GluePoint9Y" fmla="*/ 2832400 h 2833108"/>
              <a:gd name="GluePoint10X" fmla="*/ 0 w 2587492"/>
              <a:gd name="GluePoint10Y" fmla="*/ 2301749 h 2833108"/>
              <a:gd name="GluePoint11X" fmla="*/ 167099 w 2587492"/>
              <a:gd name="GluePoint11Y" fmla="*/ 2297792 h 2833108"/>
              <a:gd name="GluePoint12X" fmla="*/ 527772 w 2587492"/>
              <a:gd name="GluePoint12Y" fmla="*/ 2207924 h 2833108"/>
              <a:gd name="GluePoint13X" fmla="*/ 1152555 w 2587492"/>
              <a:gd name="GluePoint13Y" fmla="*/ 1603020 h 2833108"/>
              <a:gd name="GluePoint14X" fmla="*/ 727507 w 2587492"/>
              <a:gd name="GluePoint14Y" fmla="*/ 1518321 h 2833108"/>
              <a:gd name="GluePoint15X" fmla="*/ 343635 w 2587492"/>
              <a:gd name="GluePoint15Y" fmla="*/ 1198589 h 2833108"/>
              <a:gd name="GluePoint16X" fmla="*/ 196940 w 2587492"/>
              <a:gd name="GluePoint16Y" fmla="*/ 704031 h 2833108"/>
              <a:gd name="GluePoint17X" fmla="*/ 418551 w 2587492"/>
              <a:gd name="GluePoint17Y" fmla="*/ 210377 h 2833108"/>
              <a:gd name="GluePoint18X" fmla="*/ 931924 w 2587492"/>
              <a:gd name="GluePoint18Y" fmla="*/ 553 h 2833108"/>
              <a:gd name="GluePoint19X" fmla="*/ 1574889 w 2587492"/>
              <a:gd name="GluePoint19Y" fmla="*/ 395365 h 2833108"/>
              <a:gd name="GluePoint20X" fmla="*/ 1746935 w 2587492"/>
              <a:gd name="GluePoint20Y" fmla="*/ 774196 h 2833108"/>
              <a:gd name="GluePoint21X" fmla="*/ 2113377 w 2587492"/>
              <a:gd name="GluePoint21Y" fmla="*/ 300568 h 2833108"/>
              <a:gd name="GluePoint22X" fmla="*/ 2214018 w 2587492"/>
              <a:gd name="GluePoint22Y" fmla="*/ 156160 h 2833108"/>
              <a:gd name="GluePoint23X" fmla="*/ 2242096 w 2587492"/>
              <a:gd name="GluePoint23Y" fmla="*/ 117769 h 2833108"/>
              <a:gd name="GluePoint24X" fmla="*/ 912241 w 2587492"/>
              <a:gd name="GluePoint24Y" fmla="*/ 529169 h 2833108"/>
              <a:gd name="GluePoint25X" fmla="*/ 755062 w 2587492"/>
              <a:gd name="GluePoint25Y" fmla="*/ 636528 h 2833108"/>
              <a:gd name="GluePoint26X" fmla="*/ 730549 w 2587492"/>
              <a:gd name="GluePoint26Y" fmla="*/ 702257 h 2833108"/>
              <a:gd name="GluePoint27X" fmla="*/ 730595 w 2587492"/>
              <a:gd name="GluePoint27Y" fmla="*/ 701840 h 2833108"/>
              <a:gd name="GluePoint28X" fmla="*/ 730486 w 2587492"/>
              <a:gd name="GluePoint28Y" fmla="*/ 702420 h 2833108"/>
              <a:gd name="GluePoint29X" fmla="*/ 730549 w 2587492"/>
              <a:gd name="GluePoint29Y" fmla="*/ 702257 h 2833108"/>
              <a:gd name="GluePoint30X" fmla="*/ 727758 w 2587492"/>
              <a:gd name="GluePoint30Y" fmla="*/ 726482 h 2833108"/>
              <a:gd name="GluePoint31X" fmla="*/ 942278 w 2587492"/>
              <a:gd name="GluePoint31Y" fmla="*/ 1032365 h 2833108"/>
              <a:gd name="GluePoint32X" fmla="*/ 1263657 w 2587492"/>
              <a:gd name="GluePoint32Y" fmla="*/ 1059811 h 2833108"/>
              <a:gd name="GluePoint33X" fmla="*/ 1137943 w 2587492"/>
              <a:gd name="GluePoint33Y" fmla="*/ 692688 h 2833108"/>
              <a:gd name="GluePoint34X" fmla="*/ 912241 w 2587492"/>
              <a:gd name="GluePoint34Y" fmla="*/ 529169 h 28331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7" name="Forma libre: Forma 18"/>
          <p:cNvSpPr/>
          <p:nvPr/>
        </p:nvSpPr>
        <p:spPr>
          <a:xfrm>
            <a:off x="7653240" y="2003760"/>
            <a:ext cx="678600" cy="1045440"/>
          </a:xfrm>
          <a:custGeom>
            <a:avLst/>
            <a:gdLst>
              <a:gd name="textAreaLeft" fmla="*/ 0 w 678600"/>
              <a:gd name="textAreaRight" fmla="*/ 678960 w 678600"/>
              <a:gd name="textAreaTop" fmla="*/ 0 h 1045440"/>
              <a:gd name="textAreaBottom" fmla="*/ 1045800 h 1045440"/>
              <a:gd name="GluePoint1X" fmla="*/ 142751 w 678875"/>
              <a:gd name="GluePoint1Y" fmla="*/ 0 h 1045881"/>
              <a:gd name="GluePoint2X" fmla="*/ 672351 w 678875"/>
              <a:gd name="GluePoint2Y" fmla="*/ 0 h 1045881"/>
              <a:gd name="GluePoint3X" fmla="*/ 672890 w 678875"/>
              <a:gd name="GluePoint3Y" fmla="*/ 5355 h 1045881"/>
              <a:gd name="GluePoint4X" fmla="*/ 677100 w 678875"/>
              <a:gd name="GluePoint4Y" fmla="*/ 130428 h 1045881"/>
              <a:gd name="GluePoint5X" fmla="*/ 678875 w 678875"/>
              <a:gd name="GluePoint5Y" fmla="*/ 129252 h 1045881"/>
              <a:gd name="GluePoint6X" fmla="*/ 502219 w 678875"/>
              <a:gd name="GluePoint6Y" fmla="*/ 898673 h 1045881"/>
              <a:gd name="GluePoint7X" fmla="*/ 147124 w 678875"/>
              <a:gd name="GluePoint7Y" fmla="*/ 1018264 h 1045881"/>
              <a:gd name="GluePoint8X" fmla="*/ 27597 w 678875"/>
              <a:gd name="GluePoint8Y" fmla="*/ 663016 h 1045881"/>
              <a:gd name="GluePoint9X" fmla="*/ 142955 w 678875"/>
              <a:gd name="GluePoint9Y" fmla="*/ 1471 h 1045881"/>
              <a:gd name="GluePoint10X" fmla="*/ 142751 w 678875"/>
              <a:gd name="GluePoint10Y" fmla="*/ 0 h 10458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48" name="Forma libre: Forma 16"/>
          <p:cNvSpPr/>
          <p:nvPr/>
        </p:nvSpPr>
        <p:spPr>
          <a:xfrm>
            <a:off x="7447320" y="848160"/>
            <a:ext cx="878040" cy="1155240"/>
          </a:xfrm>
          <a:custGeom>
            <a:avLst/>
            <a:gdLst>
              <a:gd name="textAreaLeft" fmla="*/ 0 w 878040"/>
              <a:gd name="textAreaRight" fmla="*/ 878400 w 878040"/>
              <a:gd name="textAreaTop" fmla="*/ 0 h 1155240"/>
              <a:gd name="textAreaBottom" fmla="*/ 1155600 h 1155240"/>
              <a:gd name="GluePoint1X" fmla="*/ 381855 w 878304"/>
              <a:gd name="GluePoint1Y" fmla="*/ 0 h 1155494"/>
              <a:gd name="GluePoint2X" fmla="*/ 436679 w 878304"/>
              <a:gd name="GluePoint2Y" fmla="*/ 58479 h 1155494"/>
              <a:gd name="GluePoint3X" fmla="*/ 815322 w 878304"/>
              <a:gd name="GluePoint3Y" fmla="*/ 783974 h 1155494"/>
              <a:gd name="GluePoint4X" fmla="*/ 866183 w 878304"/>
              <a:gd name="GluePoint4Y" fmla="*/ 1035170 h 1155494"/>
              <a:gd name="GluePoint5X" fmla="*/ 878304 w 878304"/>
              <a:gd name="GluePoint5Y" fmla="*/ 1155494 h 1155494"/>
              <a:gd name="GluePoint6X" fmla="*/ 348704 w 878304"/>
              <a:gd name="GluePoint6Y" fmla="*/ 1155494 h 1155494"/>
              <a:gd name="GluePoint7X" fmla="*/ 332601 w 878304"/>
              <a:gd name="GluePoint7Y" fmla="*/ 1039499 h 1155494"/>
              <a:gd name="GluePoint8X" fmla="*/ 305978 w 878304"/>
              <a:gd name="GluePoint8Y" fmla="*/ 921833 h 1155494"/>
              <a:gd name="GluePoint9X" fmla="*/ 40077 w 878304"/>
              <a:gd name="GluePoint9Y" fmla="*/ 406567 h 1155494"/>
              <a:gd name="GluePoint10X" fmla="*/ 0 w 878304"/>
              <a:gd name="GluePoint10Y" fmla="*/ 363404 h 1155494"/>
              <a:gd name="GluePoint11X" fmla="*/ 381855 w 878304"/>
              <a:gd name="GluePoint11Y" fmla="*/ 0 h 11554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2">
    <p:bg>
      <p:bgPr>
        <a:solidFill>
          <a:srgbClr val="f7f7f7"/>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Autofit/>
          </a:bodyPr>
          <a:p>
            <a:pPr indent="0" defTabSz="914400">
              <a:lnSpc>
                <a:spcPct val="90000"/>
              </a:lnSpc>
              <a:buNone/>
            </a:pPr>
            <a:r>
              <a:rPr lang="es" sz="5500" b="0" u="none" strike="noStrike" cap="all">
                <a:solidFill>
                  <a:schemeClr val="dk1"/>
                </a:solidFill>
                <a:effectLst/>
                <a:uFillTx/>
                <a:latin typeface="Verdana Pro Black"/>
              </a:rPr>
              <a:t>Haga clic para modificar el estilo de título del patrón</a:t>
            </a:r>
            <a:endParaRPr lang="en-US" sz="5500" b="0" u="none" strike="noStrike">
              <a:solidFill>
                <a:schemeClr val="dk1"/>
              </a:solidFill>
              <a:effectLst/>
              <a:uFillTx/>
              <a:latin typeface="Corbel"/>
            </a:endParaRPr>
          </a:p>
        </p:txBody>
      </p:sp>
      <p:sp>
        <p:nvSpPr>
          <p:cNvPr id="50" name="Forma libre: Forma 12"/>
          <p:cNvSpPr/>
          <p:nvPr/>
        </p:nvSpPr>
        <p:spPr>
          <a:xfrm rot="21093600">
            <a:off x="568440" y="1440"/>
            <a:ext cx="1362240" cy="2900520"/>
          </a:xfrm>
          <a:custGeom>
            <a:avLst/>
            <a:gdLst>
              <a:gd name="textAreaLeft" fmla="*/ 0 w 1362240"/>
              <a:gd name="textAreaRight" fmla="*/ 1362600 w 1362240"/>
              <a:gd name="textAreaTop" fmla="*/ 0 h 2900520"/>
              <a:gd name="textAreaBottom" fmla="*/ 2900880 h 2900520"/>
              <a:gd name="GluePoint1X" fmla="*/ 798240 w 1362450"/>
              <a:gd name="GluePoint1Y" fmla="*/ 0 h 2900810"/>
              <a:gd name="GluePoint2X" fmla="*/ 1351064 w 1362450"/>
              <a:gd name="GluePoint2Y" fmla="*/ 82054 h 2900810"/>
              <a:gd name="GluePoint3X" fmla="*/ 1360761 w 1362450"/>
              <a:gd name="GluePoint3Y" fmla="*/ 202237 h 2900810"/>
              <a:gd name="GluePoint4X" fmla="*/ 1176870 w 1362450"/>
              <a:gd name="GluePoint4Y" fmla="*/ 1184479 h 2900810"/>
              <a:gd name="GluePoint5X" fmla="*/ 924095 w 1362450"/>
              <a:gd name="GluePoint5Y" fmla="*/ 1732432 h 2900810"/>
              <a:gd name="GluePoint6X" fmla="*/ 529252 w 1362450"/>
              <a:gd name="GluePoint6Y" fmla="*/ 2868590 h 2900810"/>
              <a:gd name="GluePoint7X" fmla="*/ 528631 w 1362450"/>
              <a:gd name="GluePoint7Y" fmla="*/ 2900810 h 2900810"/>
              <a:gd name="GluePoint8X" fmla="*/ 0 w 1362450"/>
              <a:gd name="GluePoint8Y" fmla="*/ 2900810 h 2900810"/>
              <a:gd name="GluePoint9X" fmla="*/ 1512 w 1362450"/>
              <a:gd name="GluePoint9Y" fmla="*/ 2826590 h 2900810"/>
              <a:gd name="GluePoint10X" fmla="*/ 449387 w 1362450"/>
              <a:gd name="GluePoint10Y" fmla="*/ 1497590 h 2900810"/>
              <a:gd name="GluePoint11X" fmla="*/ 686055 w 1362450"/>
              <a:gd name="GluePoint11Y" fmla="*/ 985958 h 2900810"/>
              <a:gd name="GluePoint12X" fmla="*/ 831919 w 1362450"/>
              <a:gd name="GluePoint12Y" fmla="*/ 223804 h 2900810"/>
              <a:gd name="GluePoint13X" fmla="*/ 811393 w 1362450"/>
              <a:gd name="GluePoint13Y" fmla="*/ 45187 h 2900810"/>
              <a:gd name="GluePoint14X" fmla="*/ 798240 w 1362450"/>
              <a:gd name="GluePoint14Y" fmla="*/ 0 h 29008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1" name="Forma libre: Forma 6"/>
          <p:cNvSpPr/>
          <p:nvPr/>
        </p:nvSpPr>
        <p:spPr>
          <a:xfrm rot="2785200">
            <a:off x="5354280" y="-213840"/>
            <a:ext cx="1720800" cy="2819520"/>
          </a:xfrm>
          <a:custGeom>
            <a:avLst/>
            <a:gdLst>
              <a:gd name="textAreaLeft" fmla="*/ 0 w 1720800"/>
              <a:gd name="textAreaRight" fmla="*/ 1721160 w 1720800"/>
              <a:gd name="textAreaTop" fmla="*/ 0 h 2819520"/>
              <a:gd name="textAreaBottom" fmla="*/ 2819880 h 2819520"/>
              <a:gd name="GluePoint1X" fmla="*/ 540392 w 1721232"/>
              <a:gd name="GluePoint1Y" fmla="*/ 487103 h 2820012"/>
              <a:gd name="GluePoint2X" fmla="*/ 1325593 w 1721232"/>
              <a:gd name="GluePoint2Y" fmla="*/ 42625 h 2820012"/>
              <a:gd name="GluePoint3X" fmla="*/ 1641152 w 1721232"/>
              <a:gd name="GluePoint3Y" fmla="*/ 0 h 2820012"/>
              <a:gd name="GluePoint4X" fmla="*/ 1721232 w 1721232"/>
              <a:gd name="GluePoint4Y" fmla="*/ 601 h 2820012"/>
              <a:gd name="GluePoint5X" fmla="*/ 1721232 w 1721232"/>
              <a:gd name="GluePoint5Y" fmla="*/ 527740 h 2820012"/>
              <a:gd name="GluePoint6X" fmla="*/ 1667804 w 1721232"/>
              <a:gd name="GluePoint6Y" fmla="*/ 527082 h 2820012"/>
              <a:gd name="GluePoint7X" fmla="*/ 1447596 w 1721232"/>
              <a:gd name="GluePoint7Y" fmla="*/ 556216 h 2820012"/>
              <a:gd name="GluePoint8X" fmla="*/ 690909 w 1721232"/>
              <a:gd name="GluePoint8Y" fmla="*/ 1183833 h 2820012"/>
              <a:gd name="GluePoint9X" fmla="*/ 565263 w 1721232"/>
              <a:gd name="GluePoint9Y" fmla="*/ 2239665 h 2820012"/>
              <a:gd name="GluePoint10X" fmla="*/ 706504 w 1721232"/>
              <a:gd name="GluePoint10Y" fmla="*/ 2672897 h 2820012"/>
              <a:gd name="GluePoint11X" fmla="*/ 744105 w 1721232"/>
              <a:gd name="GluePoint11Y" fmla="*/ 2764792 h 2820012"/>
              <a:gd name="GluePoint12X" fmla="*/ 194075 w 1721232"/>
              <a:gd name="GluePoint12Y" fmla="*/ 2820012 h 2820012"/>
              <a:gd name="GluePoint13X" fmla="*/ 147510 w 1721232"/>
              <a:gd name="GluePoint13Y" fmla="*/ 2697959 h 2820012"/>
              <a:gd name="GluePoint14X" fmla="*/ 46462 w 1721232"/>
              <a:gd name="GluePoint14Y" fmla="*/ 2351528 h 2820012"/>
              <a:gd name="GluePoint15X" fmla="*/ 214366 w 1721232"/>
              <a:gd name="GluePoint15Y" fmla="*/ 953042 h 2820012"/>
              <a:gd name="GluePoint16X" fmla="*/ 540392 w 1721232"/>
              <a:gd name="GluePoint16Y" fmla="*/ 487103 h 282001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2" name="Forma libre: Forma 10"/>
          <p:cNvSpPr/>
          <p:nvPr/>
        </p:nvSpPr>
        <p:spPr>
          <a:xfrm rot="20961000">
            <a:off x="963360" y="2795400"/>
            <a:ext cx="1884600" cy="2164320"/>
          </a:xfrm>
          <a:custGeom>
            <a:avLst/>
            <a:gdLst>
              <a:gd name="textAreaLeft" fmla="*/ 0 w 1884600"/>
              <a:gd name="textAreaRight" fmla="*/ 1884960 w 1884600"/>
              <a:gd name="textAreaTop" fmla="*/ 0 h 2164320"/>
              <a:gd name="textAreaBottom" fmla="*/ 2164680 h 2164320"/>
              <a:gd name="GluePoint1X" fmla="*/ 537800 w 1884847"/>
              <a:gd name="GluePoint1Y" fmla="*/ 20324 h 2164816"/>
              <a:gd name="GluePoint2X" fmla="*/ 529177 w 1884847"/>
              <a:gd name="GluePoint2Y" fmla="*/ 169477 h 2164816"/>
              <a:gd name="GluePoint3X" fmla="*/ 993492 w 1884847"/>
              <a:gd name="GluePoint3Y" fmla="*/ 1280771 h 2164816"/>
              <a:gd name="GluePoint4X" fmla="*/ 1863340 w 1884847"/>
              <a:gd name="GluePoint4Y" fmla="*/ 1634674 h 2164816"/>
              <a:gd name="GluePoint5X" fmla="*/ 1884847 w 1884847"/>
              <a:gd name="GluePoint5Y" fmla="*/ 1634165 h 2164816"/>
              <a:gd name="GluePoint6X" fmla="*/ 1884847 w 1884847"/>
              <a:gd name="GluePoint6Y" fmla="*/ 2164816 h 2164816"/>
              <a:gd name="GluePoint7X" fmla="*/ 1847345 w 1884847"/>
              <a:gd name="GluePoint7Y" fmla="*/ 2164541 h 2164816"/>
              <a:gd name="GluePoint8X" fmla="*/ 1576703 w 1884847"/>
              <a:gd name="GluePoint8Y" fmla="*/ 2133729 h 2164816"/>
              <a:gd name="GluePoint9X" fmla="*/ 637193 w 1884847"/>
              <a:gd name="GluePoint9Y" fmla="*/ 1671782 h 2164816"/>
              <a:gd name="GluePoint10X" fmla="*/ 117943 w 1884847"/>
              <a:gd name="GluePoint10Y" fmla="*/ 867412 h 2164816"/>
              <a:gd name="GluePoint11X" fmla="*/ 4 w 1884847"/>
              <a:gd name="GluePoint11Y" fmla="*/ 162255 h 2164816"/>
              <a:gd name="GluePoint12X" fmla="*/ 9560 w 1884847"/>
              <a:gd name="GluePoint12Y" fmla="*/ 0 h 2164816"/>
              <a:gd name="GluePoint13X" fmla="*/ 537800 w 1884847"/>
              <a:gd name="GluePoint13Y" fmla="*/ 20324 h 21648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3" name="Forma libre: Forma 8"/>
          <p:cNvSpPr/>
          <p:nvPr/>
        </p:nvSpPr>
        <p:spPr>
          <a:xfrm rot="20961000">
            <a:off x="2748240" y="1720440"/>
            <a:ext cx="2586960" cy="2832840"/>
          </a:xfrm>
          <a:custGeom>
            <a:avLst/>
            <a:gdLst>
              <a:gd name="textAreaLeft" fmla="*/ 0 w 2586960"/>
              <a:gd name="textAreaRight" fmla="*/ 2587320 w 2586960"/>
              <a:gd name="textAreaTop" fmla="*/ 0 h 2832840"/>
              <a:gd name="textAreaBottom" fmla="*/ 2833200 h 2832840"/>
              <a:gd name="GluePoint1X" fmla="*/ 2242096 w 2587492"/>
              <a:gd name="GluePoint1Y" fmla="*/ 117769 h 2833108"/>
              <a:gd name="GluePoint2X" fmla="*/ 2587492 w 2587492"/>
              <a:gd name="GluePoint2Y" fmla="*/ 549374 h 2833108"/>
              <a:gd name="GluePoint3X" fmla="*/ 2551876 w 2587492"/>
              <a:gd name="GluePoint3Y" fmla="*/ 600594 h 2833108"/>
              <a:gd name="GluePoint4X" fmla="*/ 2180296 w 2587492"/>
              <a:gd name="GluePoint4Y" fmla="*/ 1088845 h 2833108"/>
              <a:gd name="GluePoint5X" fmla="*/ 1770019 w 2587492"/>
              <a:gd name="GluePoint5Y" fmla="*/ 1425947 h 2833108"/>
              <a:gd name="GluePoint6X" fmla="*/ 1703470 w 2587492"/>
              <a:gd name="GluePoint6Y" fmla="*/ 1665213 h 2833108"/>
              <a:gd name="GluePoint7X" fmla="*/ 735718 w 2587492"/>
              <a:gd name="GluePoint7Y" fmla="*/ 2695407 h 2833108"/>
              <a:gd name="GluePoint8X" fmla="*/ 96542 w 2587492"/>
              <a:gd name="GluePoint8Y" fmla="*/ 2833108 h 2833108"/>
              <a:gd name="GluePoint9X" fmla="*/ 0 w 2587492"/>
              <a:gd name="GluePoint9Y" fmla="*/ 2832400 h 2833108"/>
              <a:gd name="GluePoint10X" fmla="*/ 0 w 2587492"/>
              <a:gd name="GluePoint10Y" fmla="*/ 2301749 h 2833108"/>
              <a:gd name="GluePoint11X" fmla="*/ 167099 w 2587492"/>
              <a:gd name="GluePoint11Y" fmla="*/ 2297792 h 2833108"/>
              <a:gd name="GluePoint12X" fmla="*/ 527772 w 2587492"/>
              <a:gd name="GluePoint12Y" fmla="*/ 2207924 h 2833108"/>
              <a:gd name="GluePoint13X" fmla="*/ 1152555 w 2587492"/>
              <a:gd name="GluePoint13Y" fmla="*/ 1603020 h 2833108"/>
              <a:gd name="GluePoint14X" fmla="*/ 727507 w 2587492"/>
              <a:gd name="GluePoint14Y" fmla="*/ 1518321 h 2833108"/>
              <a:gd name="GluePoint15X" fmla="*/ 343635 w 2587492"/>
              <a:gd name="GluePoint15Y" fmla="*/ 1198589 h 2833108"/>
              <a:gd name="GluePoint16X" fmla="*/ 196940 w 2587492"/>
              <a:gd name="GluePoint16Y" fmla="*/ 704031 h 2833108"/>
              <a:gd name="GluePoint17X" fmla="*/ 418551 w 2587492"/>
              <a:gd name="GluePoint17Y" fmla="*/ 210377 h 2833108"/>
              <a:gd name="GluePoint18X" fmla="*/ 931924 w 2587492"/>
              <a:gd name="GluePoint18Y" fmla="*/ 553 h 2833108"/>
              <a:gd name="GluePoint19X" fmla="*/ 1574889 w 2587492"/>
              <a:gd name="GluePoint19Y" fmla="*/ 395365 h 2833108"/>
              <a:gd name="GluePoint20X" fmla="*/ 1746935 w 2587492"/>
              <a:gd name="GluePoint20Y" fmla="*/ 774196 h 2833108"/>
              <a:gd name="GluePoint21X" fmla="*/ 2113377 w 2587492"/>
              <a:gd name="GluePoint21Y" fmla="*/ 300568 h 2833108"/>
              <a:gd name="GluePoint22X" fmla="*/ 2214018 w 2587492"/>
              <a:gd name="GluePoint22Y" fmla="*/ 156160 h 2833108"/>
              <a:gd name="GluePoint23X" fmla="*/ 2242096 w 2587492"/>
              <a:gd name="GluePoint23Y" fmla="*/ 117769 h 2833108"/>
              <a:gd name="GluePoint24X" fmla="*/ 912241 w 2587492"/>
              <a:gd name="GluePoint24Y" fmla="*/ 529169 h 2833108"/>
              <a:gd name="GluePoint25X" fmla="*/ 755062 w 2587492"/>
              <a:gd name="GluePoint25Y" fmla="*/ 636528 h 2833108"/>
              <a:gd name="GluePoint26X" fmla="*/ 730549 w 2587492"/>
              <a:gd name="GluePoint26Y" fmla="*/ 702257 h 2833108"/>
              <a:gd name="GluePoint27X" fmla="*/ 730595 w 2587492"/>
              <a:gd name="GluePoint27Y" fmla="*/ 701840 h 2833108"/>
              <a:gd name="GluePoint28X" fmla="*/ 730486 w 2587492"/>
              <a:gd name="GluePoint28Y" fmla="*/ 702420 h 2833108"/>
              <a:gd name="GluePoint29X" fmla="*/ 730549 w 2587492"/>
              <a:gd name="GluePoint29Y" fmla="*/ 702257 h 2833108"/>
              <a:gd name="GluePoint30X" fmla="*/ 727758 w 2587492"/>
              <a:gd name="GluePoint30Y" fmla="*/ 726482 h 2833108"/>
              <a:gd name="GluePoint31X" fmla="*/ 942278 w 2587492"/>
              <a:gd name="GluePoint31Y" fmla="*/ 1032365 h 2833108"/>
              <a:gd name="GluePoint32X" fmla="*/ 1263657 w 2587492"/>
              <a:gd name="GluePoint32Y" fmla="*/ 1059811 h 2833108"/>
              <a:gd name="GluePoint33X" fmla="*/ 1137943 w 2587492"/>
              <a:gd name="GluePoint33Y" fmla="*/ 692688 h 2833108"/>
              <a:gd name="GluePoint34X" fmla="*/ 912241 w 2587492"/>
              <a:gd name="GluePoint34Y" fmla="*/ 529169 h 28331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4" name="Forma libre: Forma 18"/>
          <p:cNvSpPr/>
          <p:nvPr/>
        </p:nvSpPr>
        <p:spPr>
          <a:xfrm>
            <a:off x="7653240" y="2003760"/>
            <a:ext cx="678600" cy="1045440"/>
          </a:xfrm>
          <a:custGeom>
            <a:avLst/>
            <a:gdLst>
              <a:gd name="textAreaLeft" fmla="*/ 0 w 678600"/>
              <a:gd name="textAreaRight" fmla="*/ 678960 w 678600"/>
              <a:gd name="textAreaTop" fmla="*/ 0 h 1045440"/>
              <a:gd name="textAreaBottom" fmla="*/ 1045800 h 1045440"/>
              <a:gd name="GluePoint1X" fmla="*/ 142751 w 678875"/>
              <a:gd name="GluePoint1Y" fmla="*/ 0 h 1045881"/>
              <a:gd name="GluePoint2X" fmla="*/ 672351 w 678875"/>
              <a:gd name="GluePoint2Y" fmla="*/ 0 h 1045881"/>
              <a:gd name="GluePoint3X" fmla="*/ 672890 w 678875"/>
              <a:gd name="GluePoint3Y" fmla="*/ 5355 h 1045881"/>
              <a:gd name="GluePoint4X" fmla="*/ 677100 w 678875"/>
              <a:gd name="GluePoint4Y" fmla="*/ 130428 h 1045881"/>
              <a:gd name="GluePoint5X" fmla="*/ 678875 w 678875"/>
              <a:gd name="GluePoint5Y" fmla="*/ 129252 h 1045881"/>
              <a:gd name="GluePoint6X" fmla="*/ 502219 w 678875"/>
              <a:gd name="GluePoint6Y" fmla="*/ 898673 h 1045881"/>
              <a:gd name="GluePoint7X" fmla="*/ 147124 w 678875"/>
              <a:gd name="GluePoint7Y" fmla="*/ 1018264 h 1045881"/>
              <a:gd name="GluePoint8X" fmla="*/ 27597 w 678875"/>
              <a:gd name="GluePoint8Y" fmla="*/ 663016 h 1045881"/>
              <a:gd name="GluePoint9X" fmla="*/ 142955 w 678875"/>
              <a:gd name="GluePoint9Y" fmla="*/ 1471 h 1045881"/>
              <a:gd name="GluePoint10X" fmla="*/ 142751 w 678875"/>
              <a:gd name="GluePoint10Y" fmla="*/ 0 h 10458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5" name="Forma libre: Forma 16"/>
          <p:cNvSpPr/>
          <p:nvPr/>
        </p:nvSpPr>
        <p:spPr>
          <a:xfrm>
            <a:off x="7447320" y="848160"/>
            <a:ext cx="878040" cy="1155240"/>
          </a:xfrm>
          <a:custGeom>
            <a:avLst/>
            <a:gdLst>
              <a:gd name="textAreaLeft" fmla="*/ 0 w 878040"/>
              <a:gd name="textAreaRight" fmla="*/ 878400 w 878040"/>
              <a:gd name="textAreaTop" fmla="*/ 0 h 1155240"/>
              <a:gd name="textAreaBottom" fmla="*/ 1155600 h 1155240"/>
              <a:gd name="GluePoint1X" fmla="*/ 381855 w 878304"/>
              <a:gd name="GluePoint1Y" fmla="*/ 0 h 1155494"/>
              <a:gd name="GluePoint2X" fmla="*/ 436679 w 878304"/>
              <a:gd name="GluePoint2Y" fmla="*/ 58479 h 1155494"/>
              <a:gd name="GluePoint3X" fmla="*/ 815322 w 878304"/>
              <a:gd name="GluePoint3Y" fmla="*/ 783974 h 1155494"/>
              <a:gd name="GluePoint4X" fmla="*/ 866183 w 878304"/>
              <a:gd name="GluePoint4Y" fmla="*/ 1035170 h 1155494"/>
              <a:gd name="GluePoint5X" fmla="*/ 878304 w 878304"/>
              <a:gd name="GluePoint5Y" fmla="*/ 1155494 h 1155494"/>
              <a:gd name="GluePoint6X" fmla="*/ 348704 w 878304"/>
              <a:gd name="GluePoint6Y" fmla="*/ 1155494 h 1155494"/>
              <a:gd name="GluePoint7X" fmla="*/ 332601 w 878304"/>
              <a:gd name="GluePoint7Y" fmla="*/ 1039499 h 1155494"/>
              <a:gd name="GluePoint8X" fmla="*/ 305978 w 878304"/>
              <a:gd name="GluePoint8Y" fmla="*/ 921833 h 1155494"/>
              <a:gd name="GluePoint9X" fmla="*/ 40077 w 878304"/>
              <a:gd name="GluePoint9Y" fmla="*/ 406567 h 1155494"/>
              <a:gd name="GluePoint10X" fmla="*/ 0 w 878304"/>
              <a:gd name="GluePoint10Y" fmla="*/ 363404 h 1155494"/>
              <a:gd name="GluePoint11X" fmla="*/ 381855 w 878304"/>
              <a:gd name="GluePoint11Y" fmla="*/ 0 h 11554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5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lang="en-US" sz="1400" b="0" u="none" spc="99" strike="noStrike">
                <a:solidFill>
                  <a:schemeClr val="dk1"/>
                </a:solidFill>
                <a:effectLst/>
                <a:uFillTx/>
                <a:latin typeface="Corbel"/>
              </a:rPr>
              <a:t>Pulse para editar el formato de texto del esquema</a:t>
            </a:r>
            <a:endParaRPr lang="en-US" sz="1400" b="0" u="none" spc="99" strike="noStrike">
              <a:solidFill>
                <a:schemeClr val="dk1"/>
              </a:solidFill>
              <a:effectLst/>
              <a:uFillTx/>
              <a:latin typeface="Corbel"/>
            </a:endParaRPr>
          </a:p>
          <a:p>
            <a:pPr marL="864000" lvl="1" indent="-324000">
              <a:lnSpc>
                <a:spcPct val="120000"/>
              </a:lnSpc>
              <a:spcBef>
                <a:spcPts val="1134"/>
              </a:spcBef>
              <a:buClr>
                <a:srgbClr val="000000"/>
              </a:buClr>
              <a:buSzPct val="75000"/>
              <a:buFont typeface="Symbol" charset="2"/>
              <a:buChar char=""/>
            </a:pPr>
            <a:r>
              <a:rPr lang="en-US" sz="1400" b="0" u="none" spc="99" strike="noStrike">
                <a:solidFill>
                  <a:schemeClr val="dk1"/>
                </a:solidFill>
                <a:effectLst/>
                <a:uFillTx/>
                <a:latin typeface="Corbel"/>
              </a:rPr>
              <a:t>Segundo nivel del esquema</a:t>
            </a:r>
            <a:endParaRPr lang="en-US" sz="1400" b="0" u="none" spc="99" strike="noStrike">
              <a:solidFill>
                <a:schemeClr val="dk1"/>
              </a:solidFill>
              <a:effectLst/>
              <a:uFillTx/>
              <a:latin typeface="Corbel"/>
            </a:endParaRPr>
          </a:p>
          <a:p>
            <a:pPr marL="1296000" lvl="2" indent="-288000">
              <a:lnSpc>
                <a:spcPct val="120000"/>
              </a:lnSpc>
              <a:spcBef>
                <a:spcPts val="850"/>
              </a:spcBef>
              <a:buClr>
                <a:srgbClr val="000000"/>
              </a:buClr>
              <a:buSzPct val="45000"/>
              <a:buFont typeface="Wingdings" charset="2"/>
              <a:buChar char=""/>
            </a:pPr>
            <a:r>
              <a:rPr lang="en-US" sz="1400" b="0" u="none" spc="99" strike="noStrike">
                <a:solidFill>
                  <a:schemeClr val="dk1"/>
                </a:solidFill>
                <a:effectLst/>
                <a:uFillTx/>
                <a:latin typeface="Corbel"/>
              </a:rPr>
              <a:t>Tercer nivel del esquema</a:t>
            </a:r>
            <a:endParaRPr lang="en-US" sz="1400" b="0" u="none" spc="99" strike="noStrike">
              <a:solidFill>
                <a:schemeClr val="dk1"/>
              </a:solidFill>
              <a:effectLst/>
              <a:uFillTx/>
              <a:latin typeface="Corbel"/>
            </a:endParaRPr>
          </a:p>
          <a:p>
            <a:pPr marL="1728000" lvl="3" indent="-216000">
              <a:lnSpc>
                <a:spcPct val="120000"/>
              </a:lnSpc>
              <a:spcBef>
                <a:spcPts val="567"/>
              </a:spcBef>
              <a:buClr>
                <a:srgbClr val="000000"/>
              </a:buClr>
              <a:buSzPct val="75000"/>
              <a:buFont typeface="Symbol" charset="2"/>
              <a:buChar char=""/>
            </a:pPr>
            <a:r>
              <a:rPr lang="en-US" sz="1400" b="0" u="none" spc="99" strike="noStrike">
                <a:solidFill>
                  <a:schemeClr val="dk1"/>
                </a:solidFill>
                <a:effectLst/>
                <a:uFillTx/>
                <a:latin typeface="Corbel"/>
              </a:rPr>
              <a:t>Cuarto nivel del esquema</a:t>
            </a:r>
            <a:endParaRPr lang="en-US" sz="1400" b="0" u="none" spc="99" strike="noStrike">
              <a:solidFill>
                <a:schemeClr val="dk1"/>
              </a:solidFill>
              <a:effectLst/>
              <a:uFillTx/>
              <a:latin typeface="Corbel"/>
            </a:endParaRPr>
          </a:p>
          <a:p>
            <a:pPr marL="2160000" lvl="4" indent="-216000">
              <a:lnSpc>
                <a:spcPct val="120000"/>
              </a:lnSpc>
              <a:spcBef>
                <a:spcPts val="283"/>
              </a:spcBef>
              <a:buClr>
                <a:srgbClr val="000000"/>
              </a:buClr>
              <a:buSzPct val="45000"/>
              <a:buFont typeface="Wingdings" charset="2"/>
              <a:buChar char=""/>
            </a:pPr>
            <a:r>
              <a:rPr lang="en-US" sz="2000" b="0" u="none" spc="99" strike="noStrike">
                <a:solidFill>
                  <a:schemeClr val="dk1"/>
                </a:solidFill>
                <a:effectLst/>
                <a:uFillTx/>
                <a:latin typeface="Corbel"/>
              </a:rPr>
              <a:t>Quinto nivel del esquema</a:t>
            </a:r>
            <a:endParaRPr lang="en-US" sz="2000" b="0" u="none" spc="99" strike="noStrike">
              <a:solidFill>
                <a:schemeClr val="dk1"/>
              </a:solidFill>
              <a:effectLst/>
              <a:uFillTx/>
              <a:latin typeface="Corbel"/>
            </a:endParaRPr>
          </a:p>
          <a:p>
            <a:pPr marL="2592000" lvl="5" indent="-216000">
              <a:lnSpc>
                <a:spcPct val="120000"/>
              </a:lnSpc>
              <a:spcBef>
                <a:spcPts val="283"/>
              </a:spcBef>
              <a:buClr>
                <a:srgbClr val="000000"/>
              </a:buClr>
              <a:buSzPct val="45000"/>
              <a:buFont typeface="Wingdings" charset="2"/>
              <a:buChar char=""/>
            </a:pPr>
            <a:r>
              <a:rPr lang="en-US" sz="2000" b="0" u="none" spc="99" strike="noStrike">
                <a:solidFill>
                  <a:schemeClr val="dk1"/>
                </a:solidFill>
                <a:effectLst/>
                <a:uFillTx/>
                <a:latin typeface="Corbel"/>
              </a:rPr>
              <a:t>Sexto nivel del esquema</a:t>
            </a:r>
            <a:endParaRPr lang="en-US" sz="2000" b="0" u="none" spc="99" strike="noStrike">
              <a:solidFill>
                <a:schemeClr val="dk1"/>
              </a:solidFill>
              <a:effectLst/>
              <a:uFillTx/>
              <a:latin typeface="Corbel"/>
            </a:endParaRPr>
          </a:p>
          <a:p>
            <a:pPr marL="3024000" lvl="6" indent="-216000">
              <a:lnSpc>
                <a:spcPct val="120000"/>
              </a:lnSpc>
              <a:spcBef>
                <a:spcPts val="283"/>
              </a:spcBef>
              <a:buClr>
                <a:srgbClr val="000000"/>
              </a:buClr>
              <a:buSzPct val="45000"/>
              <a:buFont typeface="Wingdings" charset="2"/>
              <a:buChar char=""/>
            </a:pPr>
            <a:r>
              <a:rPr lang="en-US" sz="2000" b="0" u="none" spc="99" strike="noStrike">
                <a:solidFill>
                  <a:schemeClr val="dk1"/>
                </a:solidFill>
                <a:effectLst/>
                <a:uFillTx/>
                <a:latin typeface="Corbel"/>
              </a:rPr>
              <a:t>Séptimo nivel del esquema</a:t>
            </a:r>
            <a:endParaRPr lang="en-US" sz="2000" b="0" u="none" spc="99" strike="noStrike">
              <a:solidFill>
                <a:schemeClr val="dk1"/>
              </a:solidFill>
              <a:effectLst/>
              <a:uFillTx/>
              <a:latin typeface="Corbe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2">
    <p:bg>
      <p:bgPr>
        <a:solidFill>
          <a:srgbClr val="f7f7f7"/>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633960" y="3615120"/>
            <a:ext cx="5340960" cy="1113120"/>
          </a:xfrm>
          <a:prstGeom prst="rect">
            <a:avLst/>
          </a:prstGeom>
          <a:noFill/>
          <a:ln w="0">
            <a:noFill/>
          </a:ln>
        </p:spPr>
        <p:txBody>
          <a:bodyPr lIns="91440" rIns="91440" tIns="45720" bIns="45720" anchor="b">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58" name="PlaceHolder 2"/>
          <p:cNvSpPr>
            <a:spLocks noGrp="1"/>
          </p:cNvSpPr>
          <p:nvPr>
            <p:ph type="body"/>
          </p:nvPr>
        </p:nvSpPr>
        <p:spPr>
          <a:xfrm>
            <a:off x="633240" y="5110200"/>
            <a:ext cx="5266800" cy="11124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59" name="Forma libre: Forma 7"/>
          <p:cNvSpPr/>
          <p:nvPr/>
        </p:nvSpPr>
        <p:spPr>
          <a:xfrm>
            <a:off x="4547880" y="1005120"/>
            <a:ext cx="1358640" cy="740160"/>
          </a:xfrm>
          <a:custGeom>
            <a:avLst/>
            <a:gdLst>
              <a:gd name="textAreaLeft" fmla="*/ 0 w 1358640"/>
              <a:gd name="textAreaRight" fmla="*/ 1359000 w 1358640"/>
              <a:gd name="textAreaTop" fmla="*/ 0 h 740160"/>
              <a:gd name="textAreaBottom" fmla="*/ 740520 h 740160"/>
              <a:gd name="GluePoint1X" fmla="*/ 1158699 w 1358917"/>
              <a:gd name="GluePoint1Y" fmla="*/ 1163 h 740393"/>
              <a:gd name="GluePoint2X" fmla="*/ 1341094 w 1358917"/>
              <a:gd name="GluePoint2Y" fmla="*/ 2384 h 740393"/>
              <a:gd name="GluePoint3X" fmla="*/ 1358917 w 1358917"/>
              <a:gd name="GluePoint3Y" fmla="*/ 3855 h 740393"/>
              <a:gd name="GluePoint4X" fmla="*/ 1358917 w 1358917"/>
              <a:gd name="GluePoint4Y" fmla="*/ 502260 h 740393"/>
              <a:gd name="GluePoint5X" fmla="*/ 1244558 w 1358917"/>
              <a:gd name="GluePoint5Y" fmla="*/ 496082 h 740393"/>
              <a:gd name="GluePoint6X" fmla="*/ 366879 w 1358917"/>
              <a:gd name="GluePoint6Y" fmla="*/ 710248 h 740393"/>
              <a:gd name="GluePoint7X" fmla="*/ 30083 w 1358917"/>
              <a:gd name="GluePoint7Y" fmla="*/ 611027 h 740393"/>
              <a:gd name="GluePoint8X" fmla="*/ 129460 w 1358917"/>
              <a:gd name="GluePoint8Y" fmla="*/ 274184 h 740393"/>
              <a:gd name="GluePoint9X" fmla="*/ 1158699 w 1358917"/>
              <a:gd name="GluePoint9Y" fmla="*/ 1163 h 74039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60" name="Forma libre: Forma 8"/>
          <p:cNvSpPr/>
          <p:nvPr/>
        </p:nvSpPr>
        <p:spPr>
          <a:xfrm>
            <a:off x="5906880" y="964440"/>
            <a:ext cx="2863800" cy="2331000"/>
          </a:xfrm>
          <a:custGeom>
            <a:avLst/>
            <a:gdLst>
              <a:gd name="textAreaLeft" fmla="*/ 0 w 2863800"/>
              <a:gd name="textAreaRight" fmla="*/ 2864160 w 2863800"/>
              <a:gd name="textAreaTop" fmla="*/ 0 h 2331000"/>
              <a:gd name="textAreaBottom" fmla="*/ 2331360 h 2331000"/>
              <a:gd name="GluePoint1X" fmla="*/ 1579651 w 2864309"/>
              <a:gd name="GluePoint1Y" fmla="*/ 17 h 2331338"/>
              <a:gd name="GluePoint2X" fmla="*/ 1954763 w 2864309"/>
              <a:gd name="GluePoint2Y" fmla="*/ 62222 h 2331338"/>
              <a:gd name="GluePoint3X" fmla="*/ 2526423 w 2864309"/>
              <a:gd name="GluePoint3Y" fmla="*/ 455000 h 2331338"/>
              <a:gd name="GluePoint4X" fmla="*/ 2819379 w 2864309"/>
              <a:gd name="GluePoint4Y" fmla="*/ 859336 h 2331338"/>
              <a:gd name="GluePoint5X" fmla="*/ 2864309 w 2864309"/>
              <a:gd name="GluePoint5Y" fmla="*/ 938832 h 2331338"/>
              <a:gd name="GluePoint6X" fmla="*/ 2497455 w 2864309"/>
              <a:gd name="GluePoint6Y" fmla="*/ 1305926 h 2331338"/>
              <a:gd name="GluePoint7X" fmla="*/ 2477089 w 2864309"/>
              <a:gd name="GluePoint7Y" fmla="*/ 1264656 h 2331338"/>
              <a:gd name="GluePoint8X" fmla="*/ 2158548 w 2864309"/>
              <a:gd name="GluePoint8Y" fmla="*/ 788662 h 2331338"/>
              <a:gd name="GluePoint9X" fmla="*/ 1324851 w 2864309"/>
              <a:gd name="GluePoint9Y" fmla="*/ 532117 h 2331338"/>
              <a:gd name="GluePoint10X" fmla="*/ 1456574 w 2864309"/>
              <a:gd name="GluePoint10Y" fmla="*/ 644926 h 2331338"/>
              <a:gd name="GluePoint11X" fmla="*/ 1790414 w 2864309"/>
              <a:gd name="GluePoint11Y" fmla="*/ 1110216 h 2331338"/>
              <a:gd name="GluePoint12X" fmla="*/ 1837371 w 2864309"/>
              <a:gd name="GluePoint12Y" fmla="*/ 1736068 h 2331338"/>
              <a:gd name="GluePoint13X" fmla="*/ 1239328 w 2864309"/>
              <a:gd name="GluePoint13Y" fmla="*/ 2312121 h 2331338"/>
              <a:gd name="GluePoint14X" fmla="*/ 457644 w 2864309"/>
              <a:gd name="GluePoint14Y" fmla="*/ 2048789 h 2331338"/>
              <a:gd name="GluePoint15X" fmla="*/ 210939 w 2864309"/>
              <a:gd name="GluePoint15Y" fmla="*/ 1194599 h 2331338"/>
              <a:gd name="GluePoint16X" fmla="*/ 424518 w 2864309"/>
              <a:gd name="GluePoint16Y" fmla="*/ 617503 h 2331338"/>
              <a:gd name="GluePoint17X" fmla="*/ 67689 w 2864309"/>
              <a:gd name="GluePoint17Y" fmla="*/ 546692 h 2331338"/>
              <a:gd name="GluePoint18X" fmla="*/ 0 w 2864309"/>
              <a:gd name="GluePoint18Y" fmla="*/ 543036 h 2331338"/>
              <a:gd name="GluePoint19X" fmla="*/ 0 w 2864309"/>
              <a:gd name="GluePoint19Y" fmla="*/ 44631 h 2331338"/>
              <a:gd name="GluePoint20X" fmla="*/ 164811 w 2864309"/>
              <a:gd name="GluePoint20Y" fmla="*/ 58233 h 2331338"/>
              <a:gd name="GluePoint21X" fmla="*/ 809072 w 2864309"/>
              <a:gd name="GluePoint21Y" fmla="*/ 228996 h 2331338"/>
              <a:gd name="GluePoint22X" fmla="*/ 1176127 w 2864309"/>
              <a:gd name="GluePoint22Y" fmla="*/ 58086 h 2331338"/>
              <a:gd name="GluePoint23X" fmla="*/ 1579651 w 2864309"/>
              <a:gd name="GluePoint23Y" fmla="*/ 17 h 2331338"/>
              <a:gd name="GluePoint24X" fmla="*/ 885232 w 2864309"/>
              <a:gd name="GluePoint24Y" fmla="*/ 827859 h 2331338"/>
              <a:gd name="GluePoint25X" fmla="*/ 705159 w 2864309"/>
              <a:gd name="GluePoint25Y" fmla="*/ 1251173 h 2331338"/>
              <a:gd name="GluePoint26X" fmla="*/ 829004 w 2864309"/>
              <a:gd name="GluePoint26Y" fmla="*/ 1717110 h 2331338"/>
              <a:gd name="GluePoint27X" fmla="*/ 842120 w 2864309"/>
              <a:gd name="GluePoint27Y" fmla="*/ 1730546 h 2331338"/>
              <a:gd name="GluePoint28X" fmla="*/ 841332 w 2864309"/>
              <a:gd name="GluePoint28Y" fmla="*/ 1731316 h 2331338"/>
              <a:gd name="GluePoint29X" fmla="*/ 1131328 w 2864309"/>
              <a:gd name="GluePoint29Y" fmla="*/ 1827646 h 2331338"/>
              <a:gd name="GluePoint30X" fmla="*/ 1361738 w 2864309"/>
              <a:gd name="GluePoint30Y" fmla="*/ 1595789 h 2331338"/>
              <a:gd name="GluePoint31X" fmla="*/ 1333687 w 2864309"/>
              <a:gd name="GluePoint31Y" fmla="*/ 1304655 h 2331338"/>
              <a:gd name="GluePoint32X" fmla="*/ 1119528 w 2864309"/>
              <a:gd name="GluePoint32Y" fmla="*/ 1009392 h 2331338"/>
              <a:gd name="GluePoint33X" fmla="*/ 885232 w 2864309"/>
              <a:gd name="GluePoint33Y" fmla="*/ 827859 h 233133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Lst>
            <a:rect l="textAreaLeft" t="textAreaTop" r="textAreaRight" b="textAreaBottom"/>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61" name="Forma libre: Forma 9"/>
          <p:cNvSpPr/>
          <p:nvPr/>
        </p:nvSpPr>
        <p:spPr>
          <a:xfrm>
            <a:off x="11435400" y="3511080"/>
            <a:ext cx="756360" cy="843480"/>
          </a:xfrm>
          <a:custGeom>
            <a:avLst/>
            <a:gdLst>
              <a:gd name="textAreaLeft" fmla="*/ 0 w 756360"/>
              <a:gd name="textAreaRight" fmla="*/ 756720 w 756360"/>
              <a:gd name="textAreaTop" fmla="*/ 0 h 843480"/>
              <a:gd name="textAreaBottom" fmla="*/ 843840 h 843480"/>
              <a:gd name="GluePoint1X" fmla="*/ 825500 w 825500"/>
              <a:gd name="GluePoint1Y" fmla="*/ 0 h 920502"/>
              <a:gd name="GluePoint2X" fmla="*/ 825500 w 825500"/>
              <a:gd name="GluePoint2Y" fmla="*/ 667573 h 920502"/>
              <a:gd name="GluePoint3X" fmla="*/ 713497 w 825500"/>
              <a:gd name="GluePoint3Y" fmla="*/ 727315 h 920502"/>
              <a:gd name="GluePoint4X" fmla="*/ 414118 w 825500"/>
              <a:gd name="GluePoint4Y" fmla="*/ 843681 h 920502"/>
              <a:gd name="GluePoint5X" fmla="*/ 101192 w 825500"/>
              <a:gd name="GluePoint5Y" fmla="*/ 911142 h 920502"/>
              <a:gd name="GluePoint6X" fmla="*/ 0 w 825500"/>
              <a:gd name="GluePoint6Y" fmla="*/ 920502 h 920502"/>
              <a:gd name="GluePoint7X" fmla="*/ 0 w 825500"/>
              <a:gd name="GluePoint7Y" fmla="*/ 374788 h 920502"/>
              <a:gd name="GluePoint8X" fmla="*/ 72002 w 825500"/>
              <a:gd name="GluePoint8Y" fmla="*/ 367834 h 920502"/>
              <a:gd name="GluePoint9X" fmla="*/ 259138 w 825500"/>
              <a:gd name="GluePoint9Y" fmla="*/ 324534 h 920502"/>
              <a:gd name="GluePoint10X" fmla="*/ 670792 w 825500"/>
              <a:gd name="GluePoint10Y" fmla="*/ 127418 h 920502"/>
              <a:gd name="GluePoint11X" fmla="*/ 825500 w 825500"/>
              <a:gd name="GluePoint11Y" fmla="*/ 0 h 9205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62" name="Forma libre: Forma 10"/>
          <p:cNvSpPr/>
          <p:nvPr/>
        </p:nvSpPr>
        <p:spPr>
          <a:xfrm>
            <a:off x="8404200" y="1781280"/>
            <a:ext cx="3040560" cy="2580120"/>
          </a:xfrm>
          <a:custGeom>
            <a:avLst/>
            <a:gdLst>
              <a:gd name="textAreaLeft" fmla="*/ 0 w 3040560"/>
              <a:gd name="textAreaRight" fmla="*/ 3040920 w 3040560"/>
              <a:gd name="textAreaTop" fmla="*/ 0 h 2580120"/>
              <a:gd name="textAreaBottom" fmla="*/ 2580480 h 2580120"/>
              <a:gd name="GluePoint1X" fmla="*/ 2386499 w 3317131"/>
              <a:gd name="GluePoint1Y" fmla="*/ 771 h 2814995"/>
              <a:gd name="GluePoint2X" fmla="*/ 2508109 w 3317131"/>
              <a:gd name="GluePoint2Y" fmla="*/ 4710 h 2814995"/>
              <a:gd name="GluePoint3X" fmla="*/ 2927379 w 3317131"/>
              <a:gd name="GluePoint3Y" fmla="*/ 186789 h 2814995"/>
              <a:gd name="GluePoint4X" fmla="*/ 3276347 w 3317131"/>
              <a:gd name="GluePoint4Y" fmla="*/ 789124 h 2814995"/>
              <a:gd name="GluePoint5X" fmla="*/ 3270828 w 3317131"/>
              <a:gd name="GluePoint5Y" fmla="*/ 1480085 h 2814995"/>
              <a:gd name="GluePoint6X" fmla="*/ 2827269 w 3317131"/>
              <a:gd name="GluePoint6Y" fmla="*/ 2233565 h 2814995"/>
              <a:gd name="GluePoint7X" fmla="*/ 3190767 w 3317131"/>
              <a:gd name="GluePoint7Y" fmla="*/ 2272625 h 2814995"/>
              <a:gd name="GluePoint8X" fmla="*/ 3306271 w 3317131"/>
              <a:gd name="GluePoint8Y" fmla="*/ 2261471 h 2814995"/>
              <a:gd name="GluePoint9X" fmla="*/ 3306271 w 3317131"/>
              <a:gd name="GluePoint9Y" fmla="*/ 2807185 h 2814995"/>
              <a:gd name="GluePoint10X" fmla="*/ 3250169 w 3317131"/>
              <a:gd name="GluePoint10Y" fmla="*/ 2812374 h 2814995"/>
              <a:gd name="GluePoint11X" fmla="*/ 2492891 w 3317131"/>
              <a:gd name="GluePoint11Y" fmla="*/ 2694565 h 2814995"/>
              <a:gd name="GluePoint12X" fmla="*/ 2252479 w 3317131"/>
              <a:gd name="GluePoint12Y" fmla="*/ 2578470 h 2814995"/>
              <a:gd name="GluePoint13X" fmla="*/ 1958550 w 3317131"/>
              <a:gd name="GluePoint13Y" fmla="*/ 2624807 h 2814995"/>
              <a:gd name="GluePoint14X" fmla="*/ 1393702 w 3317131"/>
              <a:gd name="GluePoint14Y" fmla="*/ 2508282 h 2814995"/>
              <a:gd name="GluePoint15X" fmla="*/ 951325 w 3317131"/>
              <a:gd name="GluePoint15Y" fmla="*/ 2196497 h 2814995"/>
              <a:gd name="GluePoint16X" fmla="*/ 385099 w 3317131"/>
              <a:gd name="GluePoint16Y" fmla="*/ 1362108 h 2814995"/>
              <a:gd name="GluePoint17X" fmla="*/ 257004 w 3317131"/>
              <a:gd name="GluePoint17Y" fmla="*/ 1079144 h 2814995"/>
              <a:gd name="GluePoint18X" fmla="*/ 123755 w 3317131"/>
              <a:gd name="GluePoint18Y" fmla="*/ 784019 h 2814995"/>
              <a:gd name="GluePoint19X" fmla="*/ 0 w 3317131"/>
              <a:gd name="GluePoint19Y" fmla="*/ 533245 h 2814995"/>
              <a:gd name="GluePoint20X" fmla="*/ 400179 w 3317131"/>
              <a:gd name="GluePoint20Y" fmla="*/ 132804 h 2814995"/>
              <a:gd name="GluePoint21X" fmla="*/ 441879 w 3317131"/>
              <a:gd name="GluePoint21Y" fmla="*/ 206586 h 2814995"/>
              <a:gd name="GluePoint22X" fmla="*/ 751916 w 3317131"/>
              <a:gd name="GluePoint22Y" fmla="*/ 859347 h 2814995"/>
              <a:gd name="GluePoint23X" fmla="*/ 875425 w 3317131"/>
              <a:gd name="GluePoint23Y" fmla="*/ 1132437 h 2814995"/>
              <a:gd name="GluePoint24X" fmla="*/ 1694887 w 3317131"/>
              <a:gd name="GluePoint24Y" fmla="*/ 2045194 h 2814995"/>
              <a:gd name="GluePoint25X" fmla="*/ 1539610 w 3317131"/>
              <a:gd name="GluePoint25Y" fmla="*/ 1757665 h 2814995"/>
              <a:gd name="GluePoint26X" fmla="*/ 1454736 w 3317131"/>
              <a:gd name="GluePoint26Y" fmla="*/ 869755 h 2814995"/>
              <a:gd name="GluePoint27X" fmla="*/ 2009197 w 3317131"/>
              <a:gd name="GluePoint27Y" fmla="*/ 99732 h 2814995"/>
              <a:gd name="GluePoint28X" fmla="*/ 2386499 w 3317131"/>
              <a:gd name="GluePoint28Y" fmla="*/ 771 h 2814995"/>
              <a:gd name="GluePoint29X" fmla="*/ 2414291 w 3317131"/>
              <a:gd name="GluePoint29Y" fmla="*/ 542092 h 2814995"/>
              <a:gd name="GluePoint30X" fmla="*/ 2240757 w 3317131"/>
              <a:gd name="GluePoint30Y" fmla="*/ 589544 h 2814995"/>
              <a:gd name="GluePoint31X" fmla="*/ 2035762 w 3317131"/>
              <a:gd name="GluePoint31Y" fmla="*/ 1540003 h 2814995"/>
              <a:gd name="GluePoint32X" fmla="*/ 2319367 w 3317131"/>
              <a:gd name="GluePoint32Y" fmla="*/ 1952936 h 2814995"/>
              <a:gd name="GluePoint33X" fmla="*/ 2432899 w 3317131"/>
              <a:gd name="GluePoint33Y" fmla="*/ 1860620 h 2814995"/>
              <a:gd name="GluePoint34X" fmla="*/ 2748932 w 3317131"/>
              <a:gd name="GluePoint34Y" fmla="*/ 1333408 h 2814995"/>
              <a:gd name="GluePoint35X" fmla="*/ 2577405 w 3317131"/>
              <a:gd name="GluePoint35Y" fmla="*/ 600765 h 2814995"/>
              <a:gd name="GluePoint36X" fmla="*/ 2414291 w 3317131"/>
              <a:gd name="GluePoint36Y" fmla="*/ 542092 h 28149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textAreaLeft" t="textAreaTop" r="textAreaRight" b="textAreaBottom"/>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63" name="PlaceHolder 3"/>
          <p:cNvSpPr>
            <a:spLocks noGrp="1"/>
          </p:cNvSpPr>
          <p:nvPr>
            <p:ph type="dt" idx="10"/>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64" name="PlaceHolder 4"/>
          <p:cNvSpPr>
            <a:spLocks noGrp="1"/>
          </p:cNvSpPr>
          <p:nvPr>
            <p:ph type="ftr" idx="11"/>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5" name="PlaceHolder 5"/>
          <p:cNvSpPr>
            <a:spLocks noGrp="1"/>
          </p:cNvSpPr>
          <p:nvPr>
            <p:ph type="sldNum" idx="12"/>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3">
    <p:bg>
      <p:bgPr>
        <a:solidFill>
          <a:srgbClr val="f7f7f7"/>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6286320" y="696240"/>
            <a:ext cx="5271120" cy="1433160"/>
          </a:xfrm>
          <a:prstGeom prst="rect">
            <a:avLst/>
          </a:prstGeom>
          <a:noFill/>
          <a:ln w="0">
            <a:noFill/>
          </a:ln>
        </p:spPr>
        <p:txBody>
          <a:bodyPr lIns="91440" rIns="91440" tIns="45720" bIns="45720" anchor="b">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67" name="PlaceHolder 2"/>
          <p:cNvSpPr>
            <a:spLocks noGrp="1"/>
          </p:cNvSpPr>
          <p:nvPr>
            <p:ph type="body"/>
          </p:nvPr>
        </p:nvSpPr>
        <p:spPr>
          <a:xfrm>
            <a:off x="6286320" y="2877120"/>
            <a:ext cx="5234040" cy="336204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68" name="Forma libre: Forma 8"/>
          <p:cNvSpPr/>
          <p:nvPr/>
        </p:nvSpPr>
        <p:spPr>
          <a:xfrm rot="3108000">
            <a:off x="4703400" y="21960"/>
            <a:ext cx="1127520" cy="869760"/>
          </a:xfrm>
          <a:custGeom>
            <a:avLst/>
            <a:gdLst>
              <a:gd name="textAreaLeft" fmla="*/ 0 w 1127520"/>
              <a:gd name="textAreaRight" fmla="*/ 1127880 w 1127520"/>
              <a:gd name="textAreaTop" fmla="*/ 0 h 869760"/>
              <a:gd name="textAreaBottom" fmla="*/ 870120 h 869760"/>
              <a:gd name="GluePoint1X" fmla="*/ 324378 w 1127787"/>
              <a:gd name="GluePoint1Y" fmla="*/ 0 h 870042"/>
              <a:gd name="GluePoint2X" fmla="*/ 348046 w 1127787"/>
              <a:gd name="GluePoint2Y" fmla="*/ 12985 h 870042"/>
              <a:gd name="GluePoint3X" fmla="*/ 454153 w 1127787"/>
              <a:gd name="GluePoint3Y" fmla="*/ 69199 h 870042"/>
              <a:gd name="GluePoint4X" fmla="*/ 1052158 w 1127787"/>
              <a:gd name="GluePoint4Y" fmla="*/ 409517 h 870042"/>
              <a:gd name="GluePoint5X" fmla="*/ 1127787 w 1127787"/>
              <a:gd name="GluePoint5Y" fmla="*/ 462676 h 870042"/>
              <a:gd name="GluePoint6X" fmla="*/ 807089 w 1127787"/>
              <a:gd name="GluePoint6Y" fmla="*/ 870042 h 870042"/>
              <a:gd name="GluePoint7X" fmla="*/ 733538 w 1127787"/>
              <a:gd name="GluePoint7Y" fmla="*/ 819933 h 870042"/>
              <a:gd name="GluePoint8X" fmla="*/ 213403 w 1127787"/>
              <a:gd name="GluePoint8Y" fmla="*/ 527212 h 870042"/>
              <a:gd name="GluePoint9X" fmla="*/ 4182 w 1127787"/>
              <a:gd name="GluePoint9Y" fmla="*/ 415005 h 870042"/>
              <a:gd name="GluePoint10X" fmla="*/ 0 w 1127787"/>
              <a:gd name="GluePoint10Y" fmla="*/ 412042 h 870042"/>
              <a:gd name="GluePoint11X" fmla="*/ 324378 w 1127787"/>
              <a:gd name="GluePoint11Y" fmla="*/ 0 h 87004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69" name="Forma libre: Forma 12"/>
          <p:cNvSpPr/>
          <p:nvPr/>
        </p:nvSpPr>
        <p:spPr>
          <a:xfrm rot="2775600">
            <a:off x="-333720" y="2238120"/>
            <a:ext cx="1346040" cy="619200"/>
          </a:xfrm>
          <a:custGeom>
            <a:avLst/>
            <a:gdLst>
              <a:gd name="textAreaLeft" fmla="*/ 0 w 1346040"/>
              <a:gd name="textAreaRight" fmla="*/ 1346400 w 1346040"/>
              <a:gd name="textAreaTop" fmla="*/ 0 h 619200"/>
              <a:gd name="textAreaBottom" fmla="*/ 619560 h 619200"/>
              <a:gd name="GluePoint1X" fmla="*/ 0 w 1346450"/>
              <a:gd name="GluePoint1Y" fmla="*/ 134953 h 619531"/>
              <a:gd name="GluePoint2X" fmla="*/ 72546 w 1346450"/>
              <a:gd name="GluePoint2Y" fmla="*/ 105684 h 619531"/>
              <a:gd name="GluePoint3X" fmla="*/ 1258773 w 1346450"/>
              <a:gd name="GluePoint3Y" fmla="*/ 63655 h 619531"/>
              <a:gd name="GluePoint4X" fmla="*/ 1346450 w 1346450"/>
              <a:gd name="GluePoint4Y" fmla="*/ 85909 h 619531"/>
              <a:gd name="GluePoint5X" fmla="*/ 1346450 w 1346450"/>
              <a:gd name="GluePoint5Y" fmla="*/ 619531 h 619531"/>
              <a:gd name="GluePoint6X" fmla="*/ 1147233 w 1346450"/>
              <a:gd name="GluePoint6Y" fmla="*/ 568836 h 619531"/>
              <a:gd name="GluePoint7X" fmla="*/ 447091 w 1346450"/>
              <a:gd name="GluePoint7Y" fmla="*/ 540705 h 619531"/>
              <a:gd name="GluePoint8X" fmla="*/ 428255 w 1346450"/>
              <a:gd name="GluePoint8Y" fmla="*/ 544803 h 619531"/>
              <a:gd name="GluePoint9X" fmla="*/ 0 w 1346450"/>
              <a:gd name="GluePoint9Y" fmla="*/ 134953 h 619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70" name="Forma libre: Forma 13"/>
          <p:cNvSpPr/>
          <p:nvPr/>
        </p:nvSpPr>
        <p:spPr>
          <a:xfrm rot="2775600">
            <a:off x="150840" y="3650760"/>
            <a:ext cx="2620800" cy="1137240"/>
          </a:xfrm>
          <a:custGeom>
            <a:avLst/>
            <a:gdLst>
              <a:gd name="textAreaLeft" fmla="*/ 0 w 2620800"/>
              <a:gd name="textAreaRight" fmla="*/ 2621160 w 2620800"/>
              <a:gd name="textAreaTop" fmla="*/ 0 h 1137240"/>
              <a:gd name="textAreaBottom" fmla="*/ 1137600 h 1137240"/>
              <a:gd name="GluePoint1X" fmla="*/ 0 w 2621080"/>
              <a:gd name="GluePoint1Y" fmla="*/ 0 h 1137623"/>
              <a:gd name="GluePoint2X" fmla="*/ 157099 w 2621080"/>
              <a:gd name="GluePoint2Y" fmla="*/ 39874 h 1137623"/>
              <a:gd name="GluePoint3X" fmla="*/ 862059 w 2621080"/>
              <a:gd name="GluePoint3Y" fmla="*/ 279463 h 1137623"/>
              <a:gd name="GluePoint4X" fmla="*/ 2316119 w 2621080"/>
              <a:gd name="GluePoint4Y" fmla="*/ 619347 h 1137623"/>
              <a:gd name="GluePoint5X" fmla="*/ 2499803 w 2621080"/>
              <a:gd name="GluePoint5Y" fmla="*/ 604007 h 1137623"/>
              <a:gd name="GluePoint6X" fmla="*/ 2621080 w 2621080"/>
              <a:gd name="GluePoint6Y" fmla="*/ 1110402 h 1137623"/>
              <a:gd name="GluePoint7X" fmla="*/ 2602824 w 2621080"/>
              <a:gd name="GluePoint7Y" fmla="*/ 1113743 h 1137623"/>
              <a:gd name="GluePoint8X" fmla="*/ 683252 w 2621080"/>
              <a:gd name="GluePoint8Y" fmla="*/ 764814 h 1137623"/>
              <a:gd name="GluePoint9X" fmla="*/ 20993 w 2621080"/>
              <a:gd name="GluePoint9Y" fmla="*/ 538964 h 1137623"/>
              <a:gd name="GluePoint10X" fmla="*/ 0 w 2621080"/>
              <a:gd name="GluePoint10Y" fmla="*/ 533622 h 1137623"/>
              <a:gd name="GluePoint11X" fmla="*/ 0 w 2621080"/>
              <a:gd name="GluePoint11Y" fmla="*/ 0 h 11376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71" name="Forma libre: Forma 14"/>
          <p:cNvSpPr/>
          <p:nvPr/>
        </p:nvSpPr>
        <p:spPr>
          <a:xfrm rot="15771600">
            <a:off x="2412000" y="3768480"/>
            <a:ext cx="1675440" cy="2639520"/>
          </a:xfrm>
          <a:custGeom>
            <a:avLst/>
            <a:gdLst>
              <a:gd name="textAreaLeft" fmla="*/ 0 w 1675440"/>
              <a:gd name="textAreaRight" fmla="*/ 1675800 w 1675440"/>
              <a:gd name="textAreaTop" fmla="*/ 0 h 2639520"/>
              <a:gd name="textAreaBottom" fmla="*/ 2639880 h 2639520"/>
              <a:gd name="GluePoint1X" fmla="*/ 1675935 w 1675935"/>
              <a:gd name="GluePoint1Y" fmla="*/ 2623112 h 2640043"/>
              <a:gd name="GluePoint2X" fmla="*/ 1639390 w 1675935"/>
              <a:gd name="GluePoint2Y" fmla="*/ 2628297 h 2640043"/>
              <a:gd name="GluePoint3X" fmla="*/ 1362595 w 1675935"/>
              <a:gd name="GluePoint3Y" fmla="*/ 2639008 h 2640043"/>
              <a:gd name="GluePoint4X" fmla="*/ 283695 w 1675935"/>
              <a:gd name="GluePoint4Y" fmla="*/ 2129515 h 2640043"/>
              <a:gd name="GluePoint5X" fmla="*/ 21597 w 1675935"/>
              <a:gd name="GluePoint5Y" fmla="*/ 1549635 h 2640043"/>
              <a:gd name="GluePoint6X" fmla="*/ 23049 w 1675935"/>
              <a:gd name="GluePoint6Y" fmla="*/ 1551129 h 2640043"/>
              <a:gd name="GluePoint7X" fmla="*/ 24719 w 1675935"/>
              <a:gd name="GluePoint7Y" fmla="*/ 1006605 h 2640043"/>
              <a:gd name="GluePoint8X" fmla="*/ 460398 w 1675935"/>
              <a:gd name="GluePoint8Y" fmla="*/ 92428 h 2640043"/>
              <a:gd name="GluePoint9X" fmla="*/ 546692 w 1675935"/>
              <a:gd name="GluePoint9Y" fmla="*/ 0 h 2640043"/>
              <a:gd name="GluePoint10X" fmla="*/ 945962 w 1675935"/>
              <a:gd name="GluePoint10Y" fmla="*/ 334255 h 2640043"/>
              <a:gd name="GluePoint11X" fmla="*/ 923004 w 1675935"/>
              <a:gd name="GluePoint11Y" fmla="*/ 354475 h 2640043"/>
              <a:gd name="GluePoint12X" fmla="*/ 534886 w 1675935"/>
              <a:gd name="GluePoint12Y" fmla="*/ 1094473 h 2640043"/>
              <a:gd name="GluePoint13X" fmla="*/ 687262 w 1675935"/>
              <a:gd name="GluePoint13Y" fmla="*/ 1805249 h 2640043"/>
              <a:gd name="GluePoint14X" fmla="*/ 1619600 w 1675935"/>
              <a:gd name="GluePoint14Y" fmla="*/ 2110780 h 2640043"/>
              <a:gd name="GluePoint15X" fmla="*/ 1675935 w 1675935"/>
              <a:gd name="GluePoint15Y" fmla="*/ 2099603 h 2640043"/>
              <a:gd name="GluePoint16X" fmla="*/ 1675935 w 1675935"/>
              <a:gd name="GluePoint16Y" fmla="*/ 2623112 h 26400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72" name="Forma libre: Forma 15"/>
          <p:cNvSpPr/>
          <p:nvPr/>
        </p:nvSpPr>
        <p:spPr>
          <a:xfrm rot="15771600">
            <a:off x="1633320" y="1619280"/>
            <a:ext cx="3365640" cy="1839600"/>
          </a:xfrm>
          <a:custGeom>
            <a:avLst/>
            <a:gdLst>
              <a:gd name="textAreaLeft" fmla="*/ 0 w 3365640"/>
              <a:gd name="textAreaRight" fmla="*/ 3366000 w 3365640"/>
              <a:gd name="textAreaTop" fmla="*/ 0 h 1839600"/>
              <a:gd name="textAreaBottom" fmla="*/ 1839960 h 1839600"/>
              <a:gd name="GluePoint1X" fmla="*/ 3366028 w 3366028"/>
              <a:gd name="GluePoint1Y" fmla="*/ 396976 h 1840095"/>
              <a:gd name="GluePoint2X" fmla="*/ 2920102 w 3366028"/>
              <a:gd name="GluePoint2Y" fmla="*/ 665621 h 1840095"/>
              <a:gd name="GluePoint3X" fmla="*/ 2903281 w 3366028"/>
              <a:gd name="GluePoint3Y" fmla="*/ 644241 h 1840095"/>
              <a:gd name="GluePoint4X" fmla="*/ 2679351 w 3366028"/>
              <a:gd name="GluePoint4Y" fmla="*/ 534430 h 1840095"/>
              <a:gd name="GluePoint5X" fmla="*/ 2086652 w 3366028"/>
              <a:gd name="GluePoint5Y" fmla="*/ 637408 h 1840095"/>
              <a:gd name="GluePoint6X" fmla="*/ 1460901 w 3366028"/>
              <a:gd name="GluePoint6Y" fmla="*/ 1098229 h 1840095"/>
              <a:gd name="GluePoint7X" fmla="*/ 792955 w 3366028"/>
              <a:gd name="GluePoint7Y" fmla="*/ 1587745 h 1840095"/>
              <a:gd name="GluePoint8X" fmla="*/ 103920 w 3366028"/>
              <a:gd name="GluePoint8Y" fmla="*/ 1825352 h 1840095"/>
              <a:gd name="GluePoint9X" fmla="*/ 0 w 3366028"/>
              <a:gd name="GluePoint9Y" fmla="*/ 1840095 h 1840095"/>
              <a:gd name="GluePoint10X" fmla="*/ 0 w 3366028"/>
              <a:gd name="GluePoint10Y" fmla="*/ 1316586 h 1840095"/>
              <a:gd name="GluePoint11X" fmla="*/ 154695 w 3366028"/>
              <a:gd name="GluePoint11Y" fmla="*/ 1285896 h 1840095"/>
              <a:gd name="GluePoint12X" fmla="*/ 551349 w 3366028"/>
              <a:gd name="GluePoint12Y" fmla="*/ 1131015 h 1840095"/>
              <a:gd name="GluePoint13X" fmla="*/ 1126990 w 3366028"/>
              <a:gd name="GluePoint13Y" fmla="*/ 703773 h 1840095"/>
              <a:gd name="GluePoint14X" fmla="*/ 1845034 w 3366028"/>
              <a:gd name="GluePoint14Y" fmla="*/ 180677 h 1840095"/>
              <a:gd name="GluePoint15X" fmla="*/ 2790585 w 3366028"/>
              <a:gd name="GluePoint15Y" fmla="*/ 29737 h 1840095"/>
              <a:gd name="GluePoint16X" fmla="*/ 3348510 w 3366028"/>
              <a:gd name="GluePoint16Y" fmla="*/ 370001 h 1840095"/>
              <a:gd name="GluePoint17X" fmla="*/ 3366028 w 3366028"/>
              <a:gd name="GluePoint17Y" fmla="*/ 396976 h 18400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73" name="Forma libre: Forma 16"/>
          <p:cNvSpPr/>
          <p:nvPr/>
        </p:nvSpPr>
        <p:spPr>
          <a:xfrm rot="3108000">
            <a:off x="3033360" y="12600"/>
            <a:ext cx="2545920" cy="2372040"/>
          </a:xfrm>
          <a:custGeom>
            <a:avLst/>
            <a:gdLst>
              <a:gd name="textAreaLeft" fmla="*/ 0 w 2545920"/>
              <a:gd name="textAreaRight" fmla="*/ 2546280 w 2545920"/>
              <a:gd name="textAreaTop" fmla="*/ 0 h 2372040"/>
              <a:gd name="textAreaBottom" fmla="*/ 2372400 h 2372040"/>
              <a:gd name="GluePoint1X" fmla="*/ 195272 w 2546240"/>
              <a:gd name="GluePoint1Y" fmla="*/ 1830456 h 2372325"/>
              <a:gd name="GluePoint2X" fmla="*/ 595109 w 2546240"/>
              <a:gd name="GluePoint2Y" fmla="*/ 1546816 h 2372325"/>
              <a:gd name="GluePoint3X" fmla="*/ 1250425 w 2546240"/>
              <a:gd name="GluePoint3Y" fmla="*/ 1441600 h 2372325"/>
              <a:gd name="GluePoint4X" fmla="*/ 1953707 w 2546240"/>
              <a:gd name="GluePoint4Y" fmla="*/ 1216764 h 2372325"/>
              <a:gd name="GluePoint5X" fmla="*/ 2019249 w 2546240"/>
              <a:gd name="GluePoint5Y" fmla="*/ 932753 h 2372325"/>
              <a:gd name="GluePoint6X" fmla="*/ 1625849 w 2546240"/>
              <a:gd name="GluePoint6Y" fmla="*/ 474124 h 2372325"/>
              <a:gd name="GluePoint7X" fmla="*/ 1527859 w 2546240"/>
              <a:gd name="GluePoint7Y" fmla="*/ 407366 h 2372325"/>
              <a:gd name="GluePoint8X" fmla="*/ 1848557 w 2546240"/>
              <a:gd name="GluePoint8Y" fmla="*/ 0 h 2372325"/>
              <a:gd name="GluePoint9X" fmla="*/ 1973145 w 2546240"/>
              <a:gd name="GluePoint9Y" fmla="*/ 87573 h 2372325"/>
              <a:gd name="GluePoint10X" fmla="*/ 2521193 w 2546240"/>
              <a:gd name="GluePoint10Y" fmla="*/ 804899 h 2372325"/>
              <a:gd name="GluePoint11X" fmla="*/ 2385203 w 2546240"/>
              <a:gd name="GluePoint11Y" fmla="*/ 1504008 h 2372325"/>
              <a:gd name="GluePoint12X" fmla="*/ 1276459 w 2546240"/>
              <a:gd name="GluePoint12Y" fmla="*/ 1959266 h 2372325"/>
              <a:gd name="GluePoint13X" fmla="*/ 785695 w 2546240"/>
              <a:gd name="GluePoint13Y" fmla="*/ 2028595 h 2372325"/>
              <a:gd name="GluePoint14X" fmla="*/ 517466 w 2546240"/>
              <a:gd name="GluePoint14Y" fmla="*/ 2332169 h 2372325"/>
              <a:gd name="GluePoint15X" fmla="*/ 522487 w 2546240"/>
              <a:gd name="GluePoint15Y" fmla="*/ 2372325 h 2372325"/>
              <a:gd name="GluePoint16X" fmla="*/ 1891 w 2546240"/>
              <a:gd name="GluePoint16Y" fmla="*/ 2372325 h 2372325"/>
              <a:gd name="GluePoint17X" fmla="*/ 0 w 2546240"/>
              <a:gd name="GluePoint17Y" fmla="*/ 2316258 h 2372325"/>
              <a:gd name="GluePoint18X" fmla="*/ 195272 w 2546240"/>
              <a:gd name="GluePoint18Y" fmla="*/ 1830456 h 237232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74" name="PlaceHolder 3"/>
          <p:cNvSpPr>
            <a:spLocks noGrp="1"/>
          </p:cNvSpPr>
          <p:nvPr>
            <p:ph type="dt" idx="13"/>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75" name="PlaceHolder 4"/>
          <p:cNvSpPr>
            <a:spLocks noGrp="1"/>
          </p:cNvSpPr>
          <p:nvPr>
            <p:ph type="ftr" idx="14"/>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6" name="PlaceHolder 5"/>
          <p:cNvSpPr>
            <a:spLocks noGrp="1"/>
          </p:cNvSpPr>
          <p:nvPr>
            <p:ph type="sldNum" idx="15"/>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4">
    <p:bg>
      <p:bgPr>
        <a:solidFill>
          <a:srgbClr val="f7f7f7"/>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628560" y="1388880"/>
            <a:ext cx="4333680" cy="2225880"/>
          </a:xfrm>
          <a:prstGeom prst="rect">
            <a:avLst/>
          </a:prstGeom>
          <a:noFill/>
          <a:ln w="0">
            <a:noFill/>
          </a:ln>
        </p:spPr>
        <p:txBody>
          <a:bodyPr lIns="91440" rIns="91440" tIns="45720" bIns="45720" anchor="t">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78" name="PlaceHolder 2"/>
          <p:cNvSpPr>
            <a:spLocks noGrp="1"/>
          </p:cNvSpPr>
          <p:nvPr>
            <p:ph type="body"/>
          </p:nvPr>
        </p:nvSpPr>
        <p:spPr>
          <a:xfrm>
            <a:off x="5348880" y="1389240"/>
            <a:ext cx="6208560" cy="443988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79" name="PlaceHolder 3"/>
          <p:cNvSpPr>
            <a:spLocks noGrp="1"/>
          </p:cNvSpPr>
          <p:nvPr>
            <p:ph type="dt" idx="16"/>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80" name="PlaceHolder 4"/>
          <p:cNvSpPr>
            <a:spLocks noGrp="1"/>
          </p:cNvSpPr>
          <p:nvPr>
            <p:ph type="ftr" idx="17"/>
          </p:nvPr>
        </p:nvSpPr>
        <p:spPr>
          <a:xfrm>
            <a:off x="5348880" y="6426720"/>
            <a:ext cx="47696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1" name="PlaceHolder 5"/>
          <p:cNvSpPr>
            <a:spLocks noGrp="1"/>
          </p:cNvSpPr>
          <p:nvPr>
            <p:ph type="sldNum" idx="18"/>
          </p:nvPr>
        </p:nvSpPr>
        <p:spPr>
          <a:xfrm>
            <a:off x="10455120" y="6426720"/>
            <a:ext cx="11023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82" name="Forma libre: Forma 8"/>
          <p:cNvSpPr/>
          <p:nvPr/>
        </p:nvSpPr>
        <p:spPr>
          <a:xfrm rot="1767600">
            <a:off x="-38160" y="3781440"/>
            <a:ext cx="1360800" cy="1492920"/>
          </a:xfrm>
          <a:custGeom>
            <a:avLst/>
            <a:gdLst>
              <a:gd name="textAreaLeft" fmla="*/ 0 w 1360800"/>
              <a:gd name="textAreaRight" fmla="*/ 1361160 w 1360800"/>
              <a:gd name="textAreaTop" fmla="*/ 0 h 1492920"/>
              <a:gd name="textAreaBottom" fmla="*/ 1493280 h 1492920"/>
              <a:gd name="GluePoint1X" fmla="*/ 601256 w 1360981"/>
              <a:gd name="GluePoint1Y" fmla="*/ 191294 h 1493364"/>
              <a:gd name="GluePoint2X" fmla="*/ 1209366 w 1360981"/>
              <a:gd name="GluePoint2Y" fmla="*/ 1272 h 1493364"/>
              <a:gd name="GluePoint3X" fmla="*/ 1360981 w 1360981"/>
              <a:gd name="GluePoint3Y" fmla="*/ 0 h 1493364"/>
              <a:gd name="GluePoint4X" fmla="*/ 1360981 w 1360981"/>
              <a:gd name="GluePoint4Y" fmla="*/ 541921 h 1493364"/>
              <a:gd name="GluePoint5X" fmla="*/ 1335517 w 1360981"/>
              <a:gd name="GluePoint5Y" fmla="*/ 538585 h 1493364"/>
              <a:gd name="GluePoint6X" fmla="*/ 1249220 w 1360981"/>
              <a:gd name="GluePoint6Y" fmla="*/ 539784 h 1493364"/>
              <a:gd name="GluePoint7X" fmla="*/ 569324 w 1360981"/>
              <a:gd name="GluePoint7Y" fmla="*/ 947143 h 1493364"/>
              <a:gd name="GluePoint8X" fmla="*/ 387380 w 1360981"/>
              <a:gd name="GluePoint8Y" fmla="*/ 1344414 h 1493364"/>
              <a:gd name="GluePoint9X" fmla="*/ 358489 w 1360981"/>
              <a:gd name="GluePoint9Y" fmla="*/ 1493364 h 1493364"/>
              <a:gd name="GluePoint10X" fmla="*/ 0 w 1360981"/>
              <a:gd name="GluePoint10Y" fmla="*/ 858691 h 1493364"/>
              <a:gd name="GluePoint11X" fmla="*/ 45884 w 1360981"/>
              <a:gd name="GluePoint11Y" fmla="*/ 768847 h 1493364"/>
              <a:gd name="GluePoint12X" fmla="*/ 125571 w 1360981"/>
              <a:gd name="GluePoint12Y" fmla="*/ 641063 h 1493364"/>
              <a:gd name="GluePoint13X" fmla="*/ 601256 w 1360981"/>
              <a:gd name="GluePoint13Y" fmla="*/ 191294 h 14933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83" name="Forma libre: Forma 9"/>
          <p:cNvSpPr/>
          <p:nvPr/>
        </p:nvSpPr>
        <p:spPr>
          <a:xfrm rot="21020400">
            <a:off x="3295440" y="5430600"/>
            <a:ext cx="1587960" cy="1562760"/>
          </a:xfrm>
          <a:custGeom>
            <a:avLst/>
            <a:gdLst>
              <a:gd name="textAreaLeft" fmla="*/ 0 w 1587960"/>
              <a:gd name="textAreaRight" fmla="*/ 1588320 w 1587960"/>
              <a:gd name="textAreaTop" fmla="*/ 0 h 1562760"/>
              <a:gd name="textAreaBottom" fmla="*/ 1563120 h 1562760"/>
              <a:gd name="GluePoint1X" fmla="*/ 653570 w 1588301"/>
              <a:gd name="GluePoint1Y" fmla="*/ 20297 h 1563215"/>
              <a:gd name="GluePoint2X" fmla="*/ 1483224 w 1588301"/>
              <a:gd name="GluePoint2Y" fmla="*/ 541822 h 1563215"/>
              <a:gd name="GluePoint3X" fmla="*/ 1509752 w 1588301"/>
              <a:gd name="GluePoint3Y" fmla="*/ 1343288 h 1563215"/>
              <a:gd name="GluePoint4X" fmla="*/ 1435360 w 1588301"/>
              <a:gd name="GluePoint4Y" fmla="*/ 1500494 h 1563215"/>
              <a:gd name="GluePoint5X" fmla="*/ 1397685 w 1588301"/>
              <a:gd name="GluePoint5Y" fmla="*/ 1563215 h 1563215"/>
              <a:gd name="GluePoint6X" fmla="*/ 818258 w 1588301"/>
              <a:gd name="GluePoint6Y" fmla="*/ 1464621 h 1563215"/>
              <a:gd name="GluePoint7X" fmla="*/ 885492 w 1588301"/>
              <a:gd name="GluePoint7Y" fmla="*/ 1368655 h 1563215"/>
              <a:gd name="GluePoint8X" fmla="*/ 1009645 w 1588301"/>
              <a:gd name="GluePoint8Y" fmla="*/ 1142348 h 1563215"/>
              <a:gd name="GluePoint9X" fmla="*/ 1005705 w 1588301"/>
              <a:gd name="GluePoint9Y" fmla="*/ 791940 h 1563215"/>
              <a:gd name="GluePoint10X" fmla="*/ 576680 w 1588301"/>
              <a:gd name="GluePoint10Y" fmla="*/ 553513 h 1563215"/>
              <a:gd name="GluePoint11X" fmla="*/ 133567 w 1588301"/>
              <a:gd name="GluePoint11Y" fmla="*/ 540140 h 1563215"/>
              <a:gd name="GluePoint12X" fmla="*/ 0 w 1588301"/>
              <a:gd name="GluePoint12Y" fmla="*/ 541207 h 1563215"/>
              <a:gd name="GluePoint13X" fmla="*/ 0 w 1588301"/>
              <a:gd name="GluePoint13Y" fmla="*/ 2050 h 1563215"/>
              <a:gd name="GluePoint14X" fmla="*/ 126580 w 1588301"/>
              <a:gd name="GluePoint14Y" fmla="*/ 1362 h 1563215"/>
              <a:gd name="GluePoint15X" fmla="*/ 653570 w 1588301"/>
              <a:gd name="GluePoint15Y" fmla="*/ 20297 h 15632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84" name="Forma libre: Forma 10"/>
          <p:cNvSpPr/>
          <p:nvPr/>
        </p:nvSpPr>
        <p:spPr>
          <a:xfrm rot="21020400">
            <a:off x="1433160" y="4114800"/>
            <a:ext cx="1664640" cy="2148480"/>
          </a:xfrm>
          <a:custGeom>
            <a:avLst/>
            <a:gdLst>
              <a:gd name="textAreaLeft" fmla="*/ 0 w 1664640"/>
              <a:gd name="textAreaRight" fmla="*/ 1665000 w 1664640"/>
              <a:gd name="textAreaTop" fmla="*/ 0 h 2148480"/>
              <a:gd name="textAreaBottom" fmla="*/ 2148840 h 2148480"/>
              <a:gd name="GluePoint1X" fmla="*/ 341896 w 1665084"/>
              <a:gd name="GluePoint1Y" fmla="*/ 0 h 2148669"/>
              <a:gd name="GluePoint2X" fmla="*/ 349805 w 1665084"/>
              <a:gd name="GluePoint2Y" fmla="*/ 6322 h 2148669"/>
              <a:gd name="GluePoint3X" fmla="*/ 612422 w 1665084"/>
              <a:gd name="GluePoint3Y" fmla="*/ 388163 h 2148669"/>
              <a:gd name="GluePoint4X" fmla="*/ 722991 w 1665084"/>
              <a:gd name="GluePoint4Y" fmla="*/ 872653 h 2148669"/>
              <a:gd name="GluePoint5X" fmla="*/ 828306 w 1665084"/>
              <a:gd name="GluePoint5Y" fmla="*/ 1315031 h 2148669"/>
              <a:gd name="GluePoint6X" fmla="*/ 1608513 w 1665084"/>
              <a:gd name="GluePoint6Y" fmla="*/ 1609375 h 2148669"/>
              <a:gd name="GluePoint7X" fmla="*/ 1665084 w 1665084"/>
              <a:gd name="GluePoint7Y" fmla="*/ 1609068 h 2148669"/>
              <a:gd name="GluePoint8X" fmla="*/ 1665084 w 1665084"/>
              <a:gd name="GluePoint8Y" fmla="*/ 2148225 h 2148669"/>
              <a:gd name="GluePoint9X" fmla="*/ 1609449 w 1665084"/>
              <a:gd name="GluePoint9Y" fmla="*/ 2148669 h 2148669"/>
              <a:gd name="GluePoint10X" fmla="*/ 1023644 w 1665084"/>
              <a:gd name="GluePoint10Y" fmla="*/ 2089736 h 2148669"/>
              <a:gd name="GluePoint11X" fmla="*/ 338579 w 1665084"/>
              <a:gd name="GluePoint11Y" fmla="*/ 1540519 h 2148669"/>
              <a:gd name="GluePoint12X" fmla="*/ 188894 w 1665084"/>
              <a:gd name="GluePoint12Y" fmla="*/ 948505 h 2148669"/>
              <a:gd name="GluePoint13X" fmla="*/ 36276 w 1665084"/>
              <a:gd name="GluePoint13Y" fmla="*/ 458792 h 2148669"/>
              <a:gd name="GluePoint14X" fmla="*/ 0 w 1665084"/>
              <a:gd name="GluePoint14Y" fmla="*/ 420458 h 2148669"/>
              <a:gd name="GluePoint15X" fmla="*/ 341896 w 1665084"/>
              <a:gd name="GluePoint15Y" fmla="*/ 0 h 21486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5">
    <p:bg>
      <p:bgPr>
        <a:solidFill>
          <a:srgbClr val="f7f7f7"/>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614520" y="2418840"/>
            <a:ext cx="3495960" cy="3571560"/>
          </a:xfrm>
          <a:prstGeom prst="rect">
            <a:avLst/>
          </a:prstGeom>
          <a:noFill/>
          <a:ln w="0">
            <a:noFill/>
          </a:ln>
        </p:spPr>
        <p:txBody>
          <a:bodyPr lIns="91440" rIns="91440" tIns="45720" bIns="45720" anchor="b">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86" name="PlaceHolder 2"/>
          <p:cNvSpPr>
            <a:spLocks noGrp="1"/>
          </p:cNvSpPr>
          <p:nvPr>
            <p:ph type="body"/>
          </p:nvPr>
        </p:nvSpPr>
        <p:spPr>
          <a:xfrm>
            <a:off x="4800600" y="1050120"/>
            <a:ext cx="6775200" cy="4940280"/>
          </a:xfrm>
          <a:prstGeom prst="rect">
            <a:avLst/>
          </a:prstGeom>
          <a:noFill/>
          <a:ln w="0">
            <a:noFill/>
          </a:ln>
        </p:spPr>
        <p:txBody>
          <a:bodyPr lIns="91440" rIns="91440" tIns="45720" bIns="45720" anchor="b">
            <a:normAutofit/>
          </a:bodyPr>
          <a:p>
            <a:pPr marL="114480" indent="-34308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571680" indent="-34308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800280" indent="-34308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1028880" indent="-34308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1257480" indent="-34308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87" name="Forma libre: Forma 11"/>
          <p:cNvSpPr/>
          <p:nvPr/>
        </p:nvSpPr>
        <p:spPr>
          <a:xfrm rot="3400200">
            <a:off x="3590640" y="-253440"/>
            <a:ext cx="1075320" cy="1815480"/>
          </a:xfrm>
          <a:custGeom>
            <a:avLst/>
            <a:gdLst>
              <a:gd name="textAreaLeft" fmla="*/ 0 w 1075320"/>
              <a:gd name="textAreaRight" fmla="*/ 1075680 w 1075320"/>
              <a:gd name="textAreaTop" fmla="*/ 0 h 1815480"/>
              <a:gd name="textAreaBottom" fmla="*/ 1815840 h 1815480"/>
              <a:gd name="GluePoint1X" fmla="*/ 0 w 1075615"/>
              <a:gd name="GluePoint1Y" fmla="*/ 504843 h 1815781"/>
              <a:gd name="GluePoint2X" fmla="*/ 332061 w 1075615"/>
              <a:gd name="GluePoint2Y" fmla="*/ 0 h 1815781"/>
              <a:gd name="GluePoint3X" fmla="*/ 424477 w 1075615"/>
              <a:gd name="GluePoint3Y" fmla="*/ 99969 h 1815781"/>
              <a:gd name="GluePoint4X" fmla="*/ 1027665 w 1075615"/>
              <a:gd name="GluePoint4Y" fmla="*/ 1367590 h 1815781"/>
              <a:gd name="GluePoint5X" fmla="*/ 1073107 w 1075615"/>
              <a:gd name="GluePoint5Y" fmla="*/ 1729391 h 1815781"/>
              <a:gd name="GluePoint6X" fmla="*/ 1075615 w 1075615"/>
              <a:gd name="GluePoint6Y" fmla="*/ 1815781 h 1815781"/>
              <a:gd name="GluePoint7X" fmla="*/ 490629 w 1075615"/>
              <a:gd name="GluePoint7Y" fmla="*/ 1815781 h 1815781"/>
              <a:gd name="GluePoint8X" fmla="*/ 490723 w 1075615"/>
              <a:gd name="GluePoint8Y" fmla="*/ 1766442 h 1815781"/>
              <a:gd name="GluePoint9X" fmla="*/ 454602 w 1075615"/>
              <a:gd name="GluePoint9Y" fmla="*/ 1479889 h 1815781"/>
              <a:gd name="GluePoint10X" fmla="*/ 67023 w 1075615"/>
              <a:gd name="GluePoint10Y" fmla="*/ 588756 h 18157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88" name="Forma libre: Forma 12"/>
          <p:cNvSpPr/>
          <p:nvPr/>
        </p:nvSpPr>
        <p:spPr>
          <a:xfrm rot="661800">
            <a:off x="-90360" y="1005840"/>
            <a:ext cx="1487880" cy="825480"/>
          </a:xfrm>
          <a:custGeom>
            <a:avLst/>
            <a:gdLst>
              <a:gd name="textAreaLeft" fmla="*/ 0 w 1487880"/>
              <a:gd name="textAreaRight" fmla="*/ 1488240 w 1487880"/>
              <a:gd name="textAreaTop" fmla="*/ 0 h 825480"/>
              <a:gd name="textAreaBottom" fmla="*/ 825840 h 825480"/>
              <a:gd name="GluePoint1X" fmla="*/ 0 w 1488386"/>
              <a:gd name="GluePoint1Y" fmla="*/ 0 h 825960"/>
              <a:gd name="GluePoint2X" fmla="*/ 168727 w 1488386"/>
              <a:gd name="GluePoint2Y" fmla="*/ 1906 h 825960"/>
              <a:gd name="GluePoint3X" fmla="*/ 1010198 w 1488386"/>
              <a:gd name="GluePoint3Y" fmla="*/ 140648 h 825960"/>
              <a:gd name="GluePoint4X" fmla="*/ 1277854 w 1488386"/>
              <a:gd name="GluePoint4Y" fmla="*/ 199422 h 825960"/>
              <a:gd name="GluePoint5X" fmla="*/ 1488386 w 1488386"/>
              <a:gd name="GluePoint5Y" fmla="*/ 237022 h 825960"/>
              <a:gd name="GluePoint6X" fmla="*/ 1488386 w 1488386"/>
              <a:gd name="GluePoint6Y" fmla="*/ 825960 h 825960"/>
              <a:gd name="GluePoint7X" fmla="*/ 1457176 w 1488386"/>
              <a:gd name="GluePoint7Y" fmla="*/ 822650 h 825960"/>
              <a:gd name="GluePoint8X" fmla="*/ 879733 w 1488386"/>
              <a:gd name="GluePoint8Y" fmla="*/ 708632 h 825960"/>
              <a:gd name="GluePoint9X" fmla="*/ 225633 w 1488386"/>
              <a:gd name="GluePoint9Y" fmla="*/ 589443 h 825960"/>
              <a:gd name="GluePoint10X" fmla="*/ 113771 w 1488386"/>
              <a:gd name="GluePoint10Y" fmla="*/ 583852 h 8259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89" name="Forma libre: Forma 13"/>
          <p:cNvSpPr/>
          <p:nvPr/>
        </p:nvSpPr>
        <p:spPr>
          <a:xfrm rot="661800">
            <a:off x="1399680" y="965160"/>
            <a:ext cx="2246760" cy="1249560"/>
          </a:xfrm>
          <a:custGeom>
            <a:avLst/>
            <a:gdLst>
              <a:gd name="textAreaLeft" fmla="*/ 0 w 2246760"/>
              <a:gd name="textAreaRight" fmla="*/ 2247120 w 2246760"/>
              <a:gd name="textAreaTop" fmla="*/ 0 h 1249560"/>
              <a:gd name="textAreaBottom" fmla="*/ 1249920 h 1249560"/>
              <a:gd name="GluePoint1X" fmla="*/ 1544426 w 1888094"/>
              <a:gd name="GluePoint1Y" fmla="*/ 0 h 1050279"/>
              <a:gd name="GluePoint2X" fmla="*/ 1888094 w 1888094"/>
              <a:gd name="GluePoint2Y" fmla="*/ 351412 h 1050279"/>
              <a:gd name="GluePoint3X" fmla="*/ 1832868 w 1888094"/>
              <a:gd name="GluePoint3Y" fmla="*/ 408647 h 1050279"/>
              <a:gd name="GluePoint4X" fmla="*/ 1217380 w 1888094"/>
              <a:gd name="GluePoint4Y" fmla="*/ 838650 h 1050279"/>
              <a:gd name="GluePoint5X" fmla="*/ 133347 w 1888094"/>
              <a:gd name="GluePoint5Y" fmla="*/ 1045093 h 1050279"/>
              <a:gd name="GluePoint6X" fmla="*/ 0 w 1888094"/>
              <a:gd name="GluePoint6Y" fmla="*/ 1030947 h 1050279"/>
              <a:gd name="GluePoint7X" fmla="*/ 0 w 1888094"/>
              <a:gd name="GluePoint7Y" fmla="*/ 536100 h 1050279"/>
              <a:gd name="GluePoint8X" fmla="*/ 43997 w 1888094"/>
              <a:gd name="GluePoint8Y" fmla="*/ 543957 h 1050279"/>
              <a:gd name="GluePoint9X" fmla="*/ 1005273 w 1888094"/>
              <a:gd name="GluePoint9Y" fmla="*/ 397168 h 1050279"/>
              <a:gd name="GluePoint10X" fmla="*/ 1402212 w 1888094"/>
              <a:gd name="GluePoint10Y" fmla="*/ 138554 h 1050279"/>
              <a:gd name="GluePoint11X" fmla="*/ 1544426 w 1888094"/>
              <a:gd name="GluePoint11Y" fmla="*/ 0 h 1050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90" name="PlaceHolder 3"/>
          <p:cNvSpPr>
            <a:spLocks noGrp="1"/>
          </p:cNvSpPr>
          <p:nvPr>
            <p:ph type="dt" idx="19"/>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91" name="PlaceHolder 4"/>
          <p:cNvSpPr>
            <a:spLocks noGrp="1"/>
          </p:cNvSpPr>
          <p:nvPr>
            <p:ph type="ftr" idx="20"/>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2" name="PlaceHolder 5"/>
          <p:cNvSpPr>
            <a:spLocks noGrp="1"/>
          </p:cNvSpPr>
          <p:nvPr>
            <p:ph type="sldNum" idx="21"/>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6">
    <p:bg>
      <p:bgPr>
        <a:solidFill>
          <a:srgbClr val="f7f7f7"/>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612720" y="707400"/>
            <a:ext cx="3349440" cy="2721240"/>
          </a:xfrm>
          <a:prstGeom prst="rect">
            <a:avLst/>
          </a:prstGeom>
          <a:noFill/>
          <a:ln w="0">
            <a:noFill/>
          </a:ln>
        </p:spPr>
        <p:txBody>
          <a:bodyPr lIns="91440" rIns="91440" tIns="45720" bIns="45720" anchor="t">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94" name="PlaceHolder 2"/>
          <p:cNvSpPr>
            <a:spLocks noGrp="1"/>
          </p:cNvSpPr>
          <p:nvPr>
            <p:ph type="body"/>
          </p:nvPr>
        </p:nvSpPr>
        <p:spPr>
          <a:xfrm>
            <a:off x="4648320" y="708120"/>
            <a:ext cx="6927840" cy="551448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95" name="PlaceHolder 3"/>
          <p:cNvSpPr>
            <a:spLocks noGrp="1"/>
          </p:cNvSpPr>
          <p:nvPr>
            <p:ph type="dt" idx="22"/>
          </p:nvPr>
        </p:nvSpPr>
        <p:spPr>
          <a:xfrm>
            <a:off x="4648320" y="6426720"/>
            <a:ext cx="103608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96" name="PlaceHolder 4"/>
          <p:cNvSpPr>
            <a:spLocks noGrp="1"/>
          </p:cNvSpPr>
          <p:nvPr>
            <p:ph type="ftr" idx="23"/>
          </p:nvPr>
        </p:nvSpPr>
        <p:spPr>
          <a:xfrm>
            <a:off x="5827320" y="6426720"/>
            <a:ext cx="457416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7" name="PlaceHolder 5"/>
          <p:cNvSpPr>
            <a:spLocks noGrp="1"/>
          </p:cNvSpPr>
          <p:nvPr>
            <p:ph type="sldNum" idx="24"/>
          </p:nvPr>
        </p:nvSpPr>
        <p:spPr>
          <a:xfrm>
            <a:off x="10544040" y="6426720"/>
            <a:ext cx="101340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grpSp>
        <p:nvGrpSpPr>
          <p:cNvPr id="98" name="Grupo 2"/>
          <p:cNvGrpSpPr/>
          <p:nvPr/>
        </p:nvGrpSpPr>
        <p:grpSpPr>
          <a:xfrm>
            <a:off x="-184680" y="4075200"/>
            <a:ext cx="4040640" cy="3460320"/>
            <a:chOff x="-184680" y="4075200"/>
            <a:chExt cx="4040640" cy="3460320"/>
          </a:xfrm>
        </p:grpSpPr>
        <p:sp>
          <p:nvSpPr>
            <p:cNvPr id="99" name="Forma libre: Forma 6"/>
            <p:cNvSpPr/>
            <p:nvPr/>
          </p:nvSpPr>
          <p:spPr>
            <a:xfrm rot="1129800">
              <a:off x="-34560" y="4249440"/>
              <a:ext cx="1270080" cy="1141560"/>
            </a:xfrm>
            <a:custGeom>
              <a:avLst/>
              <a:gdLst>
                <a:gd name="textAreaLeft" fmla="*/ 0 w 1270080"/>
                <a:gd name="textAreaRight" fmla="*/ 1270440 w 1270080"/>
                <a:gd name="textAreaTop" fmla="*/ 0 h 1141560"/>
                <a:gd name="textAreaBottom" fmla="*/ 1141920 h 1141560"/>
                <a:gd name="GluePoint1X" fmla="*/ 767447 w 1373270"/>
                <a:gd name="GluePoint1Y" fmla="*/ 102774 h 1234303"/>
                <a:gd name="GluePoint2X" fmla="*/ 881044 w 1373270"/>
                <a:gd name="GluePoint2Y" fmla="*/ 65421 h 1234303"/>
                <a:gd name="GluePoint3X" fmla="*/ 1057195 w 1373270"/>
                <a:gd name="GluePoint3Y" fmla="*/ 24346 h 1234303"/>
                <a:gd name="GluePoint4X" fmla="*/ 1349336 w 1373270"/>
                <a:gd name="GluePoint4Y" fmla="*/ 105 h 1234303"/>
                <a:gd name="GluePoint5X" fmla="*/ 1373270 w 1373270"/>
                <a:gd name="GluePoint5Y" fmla="*/ 1535 h 1234303"/>
                <a:gd name="GluePoint6X" fmla="*/ 1373270 w 1373270"/>
                <a:gd name="GluePoint6Y" fmla="*/ 517104 h 1234303"/>
                <a:gd name="GluePoint7X" fmla="*/ 1305166 w 1373270"/>
                <a:gd name="GluePoint7Y" fmla="*/ 515844 h 1234303"/>
                <a:gd name="GluePoint8X" fmla="*/ 1147502 w 1373270"/>
                <a:gd name="GluePoint8Y" fmla="*/ 531787 h 1234303"/>
                <a:gd name="GluePoint9X" fmla="*/ 279303 w 1373270"/>
                <a:gd name="GluePoint9Y" fmla="*/ 1110101 h 1234303"/>
                <a:gd name="GluePoint10X" fmla="*/ 204985 w 1373270"/>
                <a:gd name="GluePoint10Y" fmla="*/ 1234303 h 1234303"/>
                <a:gd name="GluePoint11X" fmla="*/ 0 w 1373270"/>
                <a:gd name="GluePoint11Y" fmla="*/ 633055 h 1234303"/>
                <a:gd name="GluePoint12X" fmla="*/ 59566 w 1373270"/>
                <a:gd name="GluePoint12Y" fmla="*/ 566107 h 1234303"/>
                <a:gd name="GluePoint13X" fmla="*/ 767447 w 1373270"/>
                <a:gd name="GluePoint13Y" fmla="*/ 102774 h 123430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00" name="Forma libre: Forma 8"/>
            <p:cNvSpPr/>
            <p:nvPr/>
          </p:nvSpPr>
          <p:spPr>
            <a:xfrm rot="1168800">
              <a:off x="2585880" y="6032880"/>
              <a:ext cx="1164240" cy="832320"/>
            </a:xfrm>
            <a:custGeom>
              <a:avLst/>
              <a:gdLst>
                <a:gd name="textAreaLeft" fmla="*/ 0 w 1164240"/>
                <a:gd name="textAreaRight" fmla="*/ 1164600 w 1164240"/>
                <a:gd name="textAreaTop" fmla="*/ 0 h 832320"/>
                <a:gd name="textAreaBottom" fmla="*/ 832680 h 832320"/>
                <a:gd name="GluePoint1X" fmla="*/ 0 w 1258782"/>
                <a:gd name="GluePoint1Y" fmla="*/ 0 h 900028"/>
                <a:gd name="GluePoint2X" fmla="*/ 5317 w 1258782"/>
                <a:gd name="GluePoint2Y" fmla="*/ 238 h 900028"/>
                <a:gd name="GluePoint3X" fmla="*/ 295360 w 1258782"/>
                <a:gd name="GluePoint3Y" fmla="*/ 60351 h 900028"/>
                <a:gd name="GluePoint4X" fmla="*/ 988509 w 1258782"/>
                <a:gd name="GluePoint4Y" fmla="*/ 448441 h 900028"/>
                <a:gd name="GluePoint5X" fmla="*/ 1137431 w 1258782"/>
                <a:gd name="GluePoint5Y" fmla="*/ 581714 h 900028"/>
                <a:gd name="GluePoint6X" fmla="*/ 1258782 w 1258782"/>
                <a:gd name="GluePoint6Y" fmla="*/ 709594 h 900028"/>
                <a:gd name="GluePoint7X" fmla="*/ 720413 w 1258782"/>
                <a:gd name="GluePoint7Y" fmla="*/ 900028 h 900028"/>
                <a:gd name="GluePoint8X" fmla="*/ 660562 w 1258782"/>
                <a:gd name="GluePoint8Y" fmla="*/ 846321 h 900028"/>
                <a:gd name="GluePoint9X" fmla="*/ 138527 w 1258782"/>
                <a:gd name="GluePoint9Y" fmla="*/ 551745 h 900028"/>
                <a:gd name="GluePoint10X" fmla="*/ 27588 w 1258782"/>
                <a:gd name="GluePoint10Y" fmla="*/ 523899 h 900028"/>
                <a:gd name="GluePoint11X" fmla="*/ 0 w 1258782"/>
                <a:gd name="GluePoint11Y" fmla="*/ 520664 h 900028"/>
                <a:gd name="GluePoint12X" fmla="*/ 0 w 1258782"/>
                <a:gd name="GluePoint12Y" fmla="*/ 0 h 9000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01" name="Forma libre: Forma 9"/>
            <p:cNvSpPr/>
            <p:nvPr/>
          </p:nvSpPr>
          <p:spPr>
            <a:xfrm rot="1168800">
              <a:off x="662040" y="4663080"/>
              <a:ext cx="1996920" cy="2614320"/>
            </a:xfrm>
            <a:custGeom>
              <a:avLst/>
              <a:gdLst>
                <a:gd name="textAreaLeft" fmla="*/ 0 w 1996920"/>
                <a:gd name="textAreaRight" fmla="*/ 1997280 w 1996920"/>
                <a:gd name="textAreaTop" fmla="*/ 0 h 2614320"/>
                <a:gd name="textAreaBottom" fmla="*/ 2614680 h 2614320"/>
                <a:gd name="GluePoint1X" fmla="*/ 264292 w 2158798"/>
                <a:gd name="GluePoint1Y" fmla="*/ 0 h 2826015"/>
                <a:gd name="GluePoint2X" fmla="*/ 384381 w 2158798"/>
                <a:gd name="GluePoint2Y" fmla="*/ 5805 h 2826015"/>
                <a:gd name="GluePoint3X" fmla="*/ 526349 w 2158798"/>
                <a:gd name="GluePoint3Y" fmla="*/ 26615 h 2826015"/>
                <a:gd name="GluePoint4X" fmla="*/ 1087664 w 2158798"/>
                <a:gd name="GluePoint4Y" fmla="*/ 268399 h 2826015"/>
                <a:gd name="GluePoint5X" fmla="*/ 1663452 w 2158798"/>
                <a:gd name="GluePoint5Y" fmla="*/ 949301 h 2826015"/>
                <a:gd name="GluePoint6X" fmla="*/ 1868956 w 2158798"/>
                <a:gd name="GluePoint6Y" fmla="*/ 910300 h 2826015"/>
                <a:gd name="GluePoint7X" fmla="*/ 2016944 w 2158798"/>
                <a:gd name="GluePoint7Y" fmla="*/ 901176 h 2826015"/>
                <a:gd name="GluePoint8X" fmla="*/ 2158798 w 2158798"/>
                <a:gd name="GluePoint8Y" fmla="*/ 907543 h 2826015"/>
                <a:gd name="GluePoint9X" fmla="*/ 2158798 w 2158798"/>
                <a:gd name="GluePoint9Y" fmla="*/ 1428207 h 2826015"/>
                <a:gd name="GluePoint10X" fmla="*/ 2074081 w 2158798"/>
                <a:gd name="GluePoint10Y" fmla="*/ 1418269 h 2826015"/>
                <a:gd name="GluePoint11X" fmla="*/ 1846281 w 2158798"/>
                <a:gd name="GluePoint11Y" fmla="*/ 1436237 h 2826015"/>
                <a:gd name="GluePoint12X" fmla="*/ 1928550 w 2158798"/>
                <a:gd name="GluePoint12Y" fmla="*/ 2107013 h 2826015"/>
                <a:gd name="GluePoint13X" fmla="*/ 1926695 w 2158798"/>
                <a:gd name="GluePoint13Y" fmla="*/ 2144498 h 2826015"/>
                <a:gd name="GluePoint14X" fmla="*/ 1398673 w 2158798"/>
                <a:gd name="GluePoint14Y" fmla="*/ 2331272 h 2826015"/>
                <a:gd name="GluePoint15X" fmla="*/ 1411157 w 2158798"/>
                <a:gd name="GluePoint15Y" fmla="*/ 2179695 h 2826015"/>
                <a:gd name="GluePoint16X" fmla="*/ 1369057 w 2158798"/>
                <a:gd name="GluePoint16Y" fmla="*/ 1658088 h 2826015"/>
                <a:gd name="GluePoint17X" fmla="*/ 940658 w 2158798"/>
                <a:gd name="GluePoint17Y" fmla="*/ 2080500 h 2826015"/>
                <a:gd name="GluePoint18X" fmla="*/ 647802 w 2158798"/>
                <a:gd name="GluePoint18Y" fmla="*/ 2554233 h 2826015"/>
                <a:gd name="GluePoint19X" fmla="*/ 624148 w 2158798"/>
                <a:gd name="GluePoint19Y" fmla="*/ 2605239 h 2826015"/>
                <a:gd name="GluePoint20X" fmla="*/ 0 w 2158798"/>
                <a:gd name="GluePoint20Y" fmla="*/ 2826015 h 2826015"/>
                <a:gd name="GluePoint21X" fmla="*/ 26855 w 2158798"/>
                <a:gd name="GluePoint21Y" fmla="*/ 2721918 h 2826015"/>
                <a:gd name="GluePoint22X" fmla="*/ 532076 w 2158798"/>
                <a:gd name="GluePoint22Y" fmla="*/ 1764462 h 2826015"/>
                <a:gd name="GluePoint23X" fmla="*/ 1190824 w 2158798"/>
                <a:gd name="GluePoint23Y" fmla="*/ 1156521 h 2826015"/>
                <a:gd name="GluePoint24X" fmla="*/ 791285 w 2158798"/>
                <a:gd name="GluePoint24Y" fmla="*/ 689718 h 2826015"/>
                <a:gd name="GluePoint25X" fmla="*/ 291060 w 2158798"/>
                <a:gd name="GluePoint25Y" fmla="*/ 515684 h 2826015"/>
                <a:gd name="GluePoint26X" fmla="*/ 270177 w 2158798"/>
                <a:gd name="GluePoint26Y" fmla="*/ 515535 h 2826015"/>
                <a:gd name="GluePoint27X" fmla="*/ 264292 w 2158798"/>
                <a:gd name="GluePoint27Y" fmla="*/ 0 h 28260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p:bg>
      <p:bgPr>
        <a:solidFill>
          <a:srgbClr val="f7f7f7"/>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633960" y="635040"/>
            <a:ext cx="10923480" cy="1113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03" name="PlaceHolder 2"/>
          <p:cNvSpPr>
            <a:spLocks noGrp="1"/>
          </p:cNvSpPr>
          <p:nvPr>
            <p:ph type="body"/>
          </p:nvPr>
        </p:nvSpPr>
        <p:spPr>
          <a:xfrm>
            <a:off x="633240" y="2129400"/>
            <a:ext cx="10924920" cy="39168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04" name="PlaceHolder 3"/>
          <p:cNvSpPr>
            <a:spLocks noGrp="1"/>
          </p:cNvSpPr>
          <p:nvPr>
            <p:ph type="dt" idx="25"/>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05" name="PlaceHolder 4"/>
          <p:cNvSpPr>
            <a:spLocks noGrp="1"/>
          </p:cNvSpPr>
          <p:nvPr>
            <p:ph type="ftr" idx="26"/>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06" name="PlaceHolder 5"/>
          <p:cNvSpPr>
            <a:spLocks noGrp="1"/>
          </p:cNvSpPr>
          <p:nvPr>
            <p:ph type="sldNum" idx="27"/>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7">
    <p:bg>
      <p:bgPr>
        <a:solidFill>
          <a:srgbClr val="f7f7f7"/>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612720" y="635040"/>
            <a:ext cx="6556680" cy="1113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08" name="PlaceHolder 2"/>
          <p:cNvSpPr>
            <a:spLocks noGrp="1"/>
          </p:cNvSpPr>
          <p:nvPr>
            <p:ph type="body"/>
          </p:nvPr>
        </p:nvSpPr>
        <p:spPr>
          <a:xfrm>
            <a:off x="633960" y="2129400"/>
            <a:ext cx="10923480" cy="408996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grpSp>
        <p:nvGrpSpPr>
          <p:cNvPr id="109" name="Grupo 6"/>
          <p:cNvGrpSpPr/>
          <p:nvPr/>
        </p:nvGrpSpPr>
        <p:grpSpPr>
          <a:xfrm>
            <a:off x="7696440" y="-303840"/>
            <a:ext cx="4693320" cy="1934640"/>
            <a:chOff x="7696440" y="-303840"/>
            <a:chExt cx="4693320" cy="1934640"/>
          </a:xfrm>
        </p:grpSpPr>
        <p:sp>
          <p:nvSpPr>
            <p:cNvPr id="110" name="Forma libre: Forma 7"/>
            <p:cNvSpPr/>
            <p:nvPr/>
          </p:nvSpPr>
          <p:spPr>
            <a:xfrm rot="2350200">
              <a:off x="7802640" y="-51480"/>
              <a:ext cx="1051560" cy="711000"/>
            </a:xfrm>
            <a:custGeom>
              <a:avLst/>
              <a:gdLst>
                <a:gd name="textAreaLeft" fmla="*/ 0 w 1051560"/>
                <a:gd name="textAreaRight" fmla="*/ 1051920 w 1051560"/>
                <a:gd name="textAreaTop" fmla="*/ 0 h 711000"/>
                <a:gd name="textAreaBottom" fmla="*/ 711360 h 711000"/>
                <a:gd name="GluePoint1X" fmla="*/ 0 w 993996"/>
                <a:gd name="GluePoint1Y" fmla="*/ 369370 h 672300"/>
                <a:gd name="GluePoint2X" fmla="*/ 453562 w 993996"/>
                <a:gd name="GluePoint2Y" fmla="*/ 0 h 672300"/>
                <a:gd name="GluePoint3X" fmla="*/ 484215 w 993996"/>
                <a:gd name="GluePoint3Y" fmla="*/ 11979 h 672300"/>
                <a:gd name="GluePoint4X" fmla="*/ 920989 w 993996"/>
                <a:gd name="GluePoint4Y" fmla="*/ 113518 h 672300"/>
                <a:gd name="GluePoint5X" fmla="*/ 993996 w 993996"/>
                <a:gd name="GluePoint5Y" fmla="*/ 116306 h 672300"/>
                <a:gd name="GluePoint6X" fmla="*/ 993996 w 993996"/>
                <a:gd name="GluePoint6Y" fmla="*/ 672300 h 672300"/>
                <a:gd name="GluePoint7X" fmla="*/ 843343 w 993996"/>
                <a:gd name="GluePoint7Y" fmla="*/ 663901 h 672300"/>
                <a:gd name="GluePoint8X" fmla="*/ 842708 w 993996"/>
                <a:gd name="GluePoint8Y" fmla="*/ 663832 h 672300"/>
                <a:gd name="GluePoint9X" fmla="*/ 116826 w 993996"/>
                <a:gd name="GluePoint9Y" fmla="*/ 464627 h 672300"/>
                <a:gd name="GluePoint10X" fmla="*/ 25959 w 993996"/>
                <a:gd name="GluePoint10Y" fmla="*/ 402157 h 672300"/>
                <a:gd name="GluePoint11X" fmla="*/ 0 w 993996"/>
                <a:gd name="GluePoint11Y" fmla="*/ 369370 h 6723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11" name="Forma libre: Forma 8"/>
            <p:cNvSpPr/>
            <p:nvPr/>
          </p:nvSpPr>
          <p:spPr>
            <a:xfrm rot="20523000">
              <a:off x="8546040" y="376920"/>
              <a:ext cx="1328760" cy="1072800"/>
            </a:xfrm>
            <a:custGeom>
              <a:avLst/>
              <a:gdLst>
                <a:gd name="textAreaLeft" fmla="*/ 0 w 1328760"/>
                <a:gd name="textAreaRight" fmla="*/ 1329120 w 1328760"/>
                <a:gd name="textAreaTop" fmla="*/ 0 h 1072800"/>
                <a:gd name="textAreaBottom" fmla="*/ 1073160 h 1072800"/>
                <a:gd name="GluePoint1X" fmla="*/ 466860 w 1256048"/>
                <a:gd name="GluePoint1Y" fmla="*/ 0 h 1014273"/>
                <a:gd name="GluePoint2X" fmla="*/ 506806 w 1256048"/>
                <a:gd name="GluePoint2Y" fmla="*/ 67260 h 1014273"/>
                <a:gd name="GluePoint3X" fmla="*/ 987387 w 1256048"/>
                <a:gd name="GluePoint3Y" fmla="*/ 433885 h 1014273"/>
                <a:gd name="GluePoint4X" fmla="*/ 1170114 w 1256048"/>
                <a:gd name="GluePoint4Y" fmla="*/ 458561 h 1014273"/>
                <a:gd name="GluePoint5X" fmla="*/ 1256048 w 1256048"/>
                <a:gd name="GluePoint5Y" fmla="*/ 455775 h 1014273"/>
                <a:gd name="GluePoint6X" fmla="*/ 1256048 w 1256048"/>
                <a:gd name="GluePoint6Y" fmla="*/ 1012139 h 1014273"/>
                <a:gd name="GluePoint7X" fmla="*/ 1138064 w 1256048"/>
                <a:gd name="GluePoint7Y" fmla="*/ 1014273 h 1014273"/>
                <a:gd name="GluePoint8X" fmla="*/ 825206 w 1256048"/>
                <a:gd name="GluePoint8Y" fmla="*/ 966272 h 1014273"/>
                <a:gd name="GluePoint9X" fmla="*/ 24683 w 1256048"/>
                <a:gd name="GluePoint9Y" fmla="*/ 345216 h 1014273"/>
                <a:gd name="GluePoint10X" fmla="*/ 0 w 1256048"/>
                <a:gd name="GluePoint10Y" fmla="*/ 301946 h 1014273"/>
                <a:gd name="GluePoint11X" fmla="*/ 466860 w 1256048"/>
                <a:gd name="GluePoint11Y" fmla="*/ 0 h 10142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12" name="Forma libre: Forma 9"/>
            <p:cNvSpPr/>
            <p:nvPr/>
          </p:nvSpPr>
          <p:spPr>
            <a:xfrm rot="1230600">
              <a:off x="11333160" y="807840"/>
              <a:ext cx="974520" cy="643680"/>
            </a:xfrm>
            <a:custGeom>
              <a:avLst/>
              <a:gdLst>
                <a:gd name="textAreaLeft" fmla="*/ 0 w 974520"/>
                <a:gd name="textAreaRight" fmla="*/ 974880 w 974520"/>
                <a:gd name="textAreaTop" fmla="*/ 0 h 643680"/>
                <a:gd name="textAreaBottom" fmla="*/ 644040 h 643680"/>
                <a:gd name="GluePoint1X" fmla="*/ 0 w 921228"/>
                <a:gd name="GluePoint1Y" fmla="*/ 35970 h 608475"/>
                <a:gd name="GluePoint2X" fmla="*/ 63502 w 921228"/>
                <a:gd name="GluePoint2Y" fmla="*/ 39363 h 608475"/>
                <a:gd name="GluePoint3X" fmla="*/ 706641 w 921228"/>
                <a:gd name="GluePoint3Y" fmla="*/ 8618 h 608475"/>
                <a:gd name="GluePoint4X" fmla="*/ 726143 w 921228"/>
                <a:gd name="GluePoint4Y" fmla="*/ 0 h 608475"/>
                <a:gd name="GluePoint5X" fmla="*/ 921228 w 921228"/>
                <a:gd name="GluePoint5Y" fmla="*/ 521511 h 608475"/>
                <a:gd name="GluePoint6X" fmla="*/ 793587 w 921228"/>
                <a:gd name="GluePoint6Y" fmla="*/ 562866 h 608475"/>
                <a:gd name="GluePoint7X" fmla="*/ 29425 w 921228"/>
                <a:gd name="GluePoint7Y" fmla="*/ 594578 h 608475"/>
                <a:gd name="GluePoint8X" fmla="*/ 0 w 921228"/>
                <a:gd name="GluePoint8Y" fmla="*/ 592999 h 608475"/>
                <a:gd name="GluePoint9X" fmla="*/ 0 w 921228"/>
                <a:gd name="GluePoint9Y" fmla="*/ 35970 h 6084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13" name="Forma libre: Forma 10"/>
            <p:cNvSpPr/>
            <p:nvPr/>
          </p:nvSpPr>
          <p:spPr>
            <a:xfrm rot="1230600">
              <a:off x="9793080" y="379440"/>
              <a:ext cx="1546200" cy="1012320"/>
            </a:xfrm>
            <a:custGeom>
              <a:avLst/>
              <a:gdLst>
                <a:gd name="textAreaLeft" fmla="*/ 0 w 1546200"/>
                <a:gd name="textAreaRight" fmla="*/ 1546560 w 1546200"/>
                <a:gd name="textAreaTop" fmla="*/ 0 h 1012320"/>
                <a:gd name="textAreaBottom" fmla="*/ 1012680 h 1012320"/>
                <a:gd name="GluePoint1X" fmla="*/ 604686 w 1461385"/>
                <a:gd name="GluePoint1Y" fmla="*/ 87871 h 957104"/>
                <a:gd name="GluePoint2X" fmla="*/ 1300557 w 1461385"/>
                <a:gd name="GluePoint2Y" fmla="*/ 2326 h 957104"/>
                <a:gd name="GluePoint3X" fmla="*/ 1461385 w 1461385"/>
                <a:gd name="GluePoint3Y" fmla="*/ 10918 h 957104"/>
                <a:gd name="GluePoint4X" fmla="*/ 1461385 w 1461385"/>
                <a:gd name="GluePoint4Y" fmla="*/ 567947 h 957104"/>
                <a:gd name="GluePoint5X" fmla="*/ 1279245 w 1461385"/>
                <a:gd name="GluePoint5Y" fmla="*/ 558169 h 957104"/>
                <a:gd name="GluePoint6X" fmla="*/ 731670 w 1461385"/>
                <a:gd name="GluePoint6Y" fmla="*/ 638704 h 957104"/>
                <a:gd name="GluePoint7X" fmla="*/ 467089 w 1461385"/>
                <a:gd name="GluePoint7Y" fmla="*/ 847669 h 957104"/>
                <a:gd name="GluePoint8X" fmla="*/ 366586 w 1461385"/>
                <a:gd name="GluePoint8Y" fmla="*/ 940158 h 957104"/>
                <a:gd name="GluePoint9X" fmla="*/ 346025 w 1461385"/>
                <a:gd name="GluePoint9Y" fmla="*/ 957104 h 957104"/>
                <a:gd name="GluePoint10X" fmla="*/ 0 w 1461385"/>
                <a:gd name="GluePoint10Y" fmla="*/ 521434 h 957104"/>
                <a:gd name="GluePoint11X" fmla="*/ 9680 w 1461385"/>
                <a:gd name="GluePoint11Y" fmla="*/ 513221 h 957104"/>
                <a:gd name="GluePoint12X" fmla="*/ 86885 w 1461385"/>
                <a:gd name="GluePoint12Y" fmla="*/ 441686 h 957104"/>
                <a:gd name="GluePoint13X" fmla="*/ 476615 w 1461385"/>
                <a:gd name="GluePoint13Y" fmla="*/ 144319 h 957104"/>
                <a:gd name="GluePoint14X" fmla="*/ 604686 w 1461385"/>
                <a:gd name="GluePoint14Y" fmla="*/ 87871 h 9571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
        <p:nvSpPr>
          <p:cNvPr id="114" name="PlaceHolder 3"/>
          <p:cNvSpPr>
            <a:spLocks noGrp="1"/>
          </p:cNvSpPr>
          <p:nvPr>
            <p:ph type="dt" idx="28"/>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15" name="PlaceHolder 4"/>
          <p:cNvSpPr>
            <a:spLocks noGrp="1"/>
          </p:cNvSpPr>
          <p:nvPr>
            <p:ph type="ftr" idx="29"/>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16" name="PlaceHolder 5"/>
          <p:cNvSpPr>
            <a:spLocks noGrp="1"/>
          </p:cNvSpPr>
          <p:nvPr>
            <p:ph type="sldNum" idx="30"/>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8">
    <p:bg>
      <p:bgPr>
        <a:solidFill>
          <a:srgbClr val="3d47a1"/>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4019400" y="1889280"/>
            <a:ext cx="4151880" cy="1344240"/>
          </a:xfrm>
          <a:prstGeom prst="rect">
            <a:avLst/>
          </a:prstGeom>
          <a:noFill/>
          <a:ln w="0">
            <a:noFill/>
          </a:ln>
        </p:spPr>
        <p:txBody>
          <a:bodyPr lIns="91440" rIns="91440" tIns="45720" bIns="45720" anchor="b">
            <a:noAutofit/>
          </a:bodyPr>
          <a:p>
            <a:pPr indent="0" algn="ctr" defTabSz="914400">
              <a:lnSpc>
                <a:spcPct val="90000"/>
              </a:lnSpc>
              <a:buNone/>
            </a:pPr>
            <a:r>
              <a:rPr lang="es" sz="2800" b="0" u="none" strike="noStrike" cap="all">
                <a:solidFill>
                  <a:schemeClr val="lt1"/>
                </a:solidFill>
                <a:effectLst/>
                <a:uFillTx/>
                <a:latin typeface="Verdana Pro Black"/>
              </a:rPr>
              <a:t>Haga clic para modificar el estilo de título del patrón</a:t>
            </a:r>
            <a:endParaRPr lang="en-US" sz="2800" b="0" u="none" strike="noStrike">
              <a:solidFill>
                <a:schemeClr val="lt1"/>
              </a:solidFill>
              <a:effectLst/>
              <a:uFillTx/>
              <a:latin typeface="Corbel"/>
            </a:endParaRPr>
          </a:p>
        </p:txBody>
      </p:sp>
      <p:sp>
        <p:nvSpPr>
          <p:cNvPr id="118" name="PlaceHolder 2"/>
          <p:cNvSpPr>
            <a:spLocks noGrp="1"/>
          </p:cNvSpPr>
          <p:nvPr>
            <p:ph type="body"/>
          </p:nvPr>
        </p:nvSpPr>
        <p:spPr>
          <a:xfrm>
            <a:off x="3967200" y="3606840"/>
            <a:ext cx="4204800" cy="1344240"/>
          </a:xfrm>
          <a:prstGeom prst="rect">
            <a:avLst/>
          </a:prstGeom>
          <a:noFill/>
          <a:ln w="0">
            <a:noFill/>
          </a:ln>
        </p:spPr>
        <p:txBody>
          <a:bodyPr lIns="91440" rIns="91440" tIns="45720" bIns="45720" anchor="t">
            <a:noAutofit/>
          </a:bodyPr>
          <a:p>
            <a:pPr indent="0" algn="ctr" defTabSz="914400">
              <a:lnSpc>
                <a:spcPct val="120000"/>
              </a:lnSpc>
              <a:spcBef>
                <a:spcPts val="1001"/>
              </a:spcBef>
              <a:spcAft>
                <a:spcPts val="601"/>
              </a:spcAft>
              <a:buNone/>
              <a:tabLst>
                <a:tab algn="l" pos="0"/>
              </a:tabLst>
            </a:pPr>
            <a:r>
              <a:rPr lang="es" sz="1400" b="0" u="none" spc="99" strike="noStrike">
                <a:solidFill>
                  <a:schemeClr val="lt1"/>
                </a:solidFill>
                <a:effectLst/>
                <a:uFillTx/>
                <a:latin typeface="Corbel"/>
              </a:rPr>
              <a:t>Haga clic para modificar los estilos de texto del patrón</a:t>
            </a:r>
            <a:endParaRPr lang="en-US" sz="1400" b="0" u="none" spc="99" strike="noStrike">
              <a:solidFill>
                <a:schemeClr val="lt1"/>
              </a:solidFill>
              <a:effectLst/>
              <a:uFillTx/>
              <a:latin typeface="Corbel"/>
            </a:endParaRPr>
          </a:p>
          <a:p>
            <a:pPr marL="228600" indent="0" algn="ctr"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Segundo nivel</a:t>
            </a:r>
            <a:endParaRPr lang="en-US" sz="1400" b="0" u="none" spc="99" strike="noStrike">
              <a:solidFill>
                <a:schemeClr val="lt1"/>
              </a:solidFill>
              <a:effectLst/>
              <a:uFillTx/>
              <a:latin typeface="Corbel"/>
            </a:endParaRPr>
          </a:p>
          <a:p>
            <a:pPr marL="457200" indent="0" algn="ctr"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Tercer nivel</a:t>
            </a:r>
            <a:endParaRPr lang="en-US" sz="1400" b="0" u="none" spc="99" strike="noStrike">
              <a:solidFill>
                <a:schemeClr val="lt1"/>
              </a:solidFill>
              <a:effectLst/>
              <a:uFillTx/>
              <a:latin typeface="Corbel"/>
            </a:endParaRPr>
          </a:p>
          <a:p>
            <a:pPr marL="685800" indent="0" algn="ctr"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Cuarto nivel</a:t>
            </a:r>
            <a:endParaRPr lang="en-US" sz="1400" b="0" u="none" spc="99" strike="noStrike">
              <a:solidFill>
                <a:schemeClr val="lt1"/>
              </a:solidFill>
              <a:effectLst/>
              <a:uFillTx/>
              <a:latin typeface="Corbel"/>
            </a:endParaRPr>
          </a:p>
          <a:p>
            <a:pPr marL="914400" indent="0" algn="ctr"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Quinto nivel</a:t>
            </a:r>
            <a:endParaRPr lang="en-US" sz="1400" b="0" u="none" spc="99" strike="noStrike">
              <a:solidFill>
                <a:schemeClr val="lt1"/>
              </a:solidFill>
              <a:effectLst/>
              <a:uFillTx/>
              <a:latin typeface="Corbel"/>
            </a:endParaRPr>
          </a:p>
        </p:txBody>
      </p:sp>
      <p:sp>
        <p:nvSpPr>
          <p:cNvPr id="119" name="Forma libre: Forma 10"/>
          <p:cNvSpPr/>
          <p:nvPr/>
        </p:nvSpPr>
        <p:spPr>
          <a:xfrm>
            <a:off x="8379000" y="0"/>
            <a:ext cx="3143880" cy="3607200"/>
          </a:xfrm>
          <a:custGeom>
            <a:avLst/>
            <a:gdLst>
              <a:gd name="textAreaLeft" fmla="*/ 0 w 3143880"/>
              <a:gd name="textAreaRight" fmla="*/ 3144240 w 3143880"/>
              <a:gd name="textAreaTop" fmla="*/ 0 h 3607200"/>
              <a:gd name="textAreaBottom" fmla="*/ 3607560 h 3607200"/>
              <a:gd name="GluePoint1X" fmla="*/ 231367 w 3144174"/>
              <a:gd name="GluePoint1Y" fmla="*/ 0 h 3607497"/>
              <a:gd name="GluePoint2X" fmla="*/ 961474 w 3144174"/>
              <a:gd name="GluePoint2Y" fmla="*/ 1 h 3607497"/>
              <a:gd name="GluePoint3X" fmla="*/ 948240 w 3144174"/>
              <a:gd name="GluePoint3Y" fmla="*/ 156954 h 3607497"/>
              <a:gd name="GluePoint4X" fmla="*/ 837097 w 3144174"/>
              <a:gd name="GluePoint4Y" fmla="*/ 641865 h 3607497"/>
              <a:gd name="GluePoint5X" fmla="*/ 727625 w 3144174"/>
              <a:gd name="GluePoint5Y" fmla="*/ 1245582 h 3607497"/>
              <a:gd name="GluePoint6X" fmla="*/ 1759205 w 3144174"/>
              <a:gd name="GluePoint6Y" fmla="*/ 2129894 h 3607497"/>
              <a:gd name="GluePoint7X" fmla="*/ 2400180 w 3144174"/>
              <a:gd name="GluePoint7Y" fmla="*/ 2438738 h 3607497"/>
              <a:gd name="GluePoint8X" fmla="*/ 3142946 w 3144174"/>
              <a:gd name="GluePoint8Y" fmla="*/ 3532600 h 3607497"/>
              <a:gd name="GluePoint9X" fmla="*/ 3144174 w 3144174"/>
              <a:gd name="GluePoint9Y" fmla="*/ 3607497 h 3607497"/>
              <a:gd name="GluePoint10X" fmla="*/ 2416579 w 3144174"/>
              <a:gd name="GluePoint10Y" fmla="*/ 3607497 h 3607497"/>
              <a:gd name="GluePoint11X" fmla="*/ 2417371 w 3144174"/>
              <a:gd name="GluePoint11Y" fmla="*/ 3583035 h 3607497"/>
              <a:gd name="GluePoint12X" fmla="*/ 2016346 w 3144174"/>
              <a:gd name="GluePoint12Y" fmla="*/ 3056015 h 3607497"/>
              <a:gd name="GluePoint13X" fmla="*/ 1476012 w 3144174"/>
              <a:gd name="GluePoint13Y" fmla="*/ 2799477 h 3607497"/>
              <a:gd name="GluePoint14X" fmla="*/ 549393 w 3144174"/>
              <a:gd name="GluePoint14Y" fmla="*/ 2308733 h 3607497"/>
              <a:gd name="GluePoint15X" fmla="*/ 306 w 3144174"/>
              <a:gd name="GluePoint15Y" fmla="*/ 1258967 h 3607497"/>
              <a:gd name="GluePoint16X" fmla="*/ 135998 w 3144174"/>
              <a:gd name="GluePoint16Y" fmla="*/ 446306 h 3607497"/>
              <a:gd name="GluePoint17X" fmla="*/ 225399 w 3144174"/>
              <a:gd name="GluePoint17Y" fmla="*/ 66311 h 3607497"/>
              <a:gd name="GluePoint18X" fmla="*/ 231367 w 3144174"/>
              <a:gd name="GluePoint18Y" fmla="*/ 0 h 360749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0" name="Forma libre: Forma 11"/>
          <p:cNvSpPr/>
          <p:nvPr/>
        </p:nvSpPr>
        <p:spPr>
          <a:xfrm rot="19129800">
            <a:off x="1274760" y="2103480"/>
            <a:ext cx="1274040" cy="3610440"/>
          </a:xfrm>
          <a:custGeom>
            <a:avLst/>
            <a:gdLst>
              <a:gd name="textAreaLeft" fmla="*/ 0 w 1274040"/>
              <a:gd name="textAreaRight" fmla="*/ 1274400 w 1274040"/>
              <a:gd name="textAreaTop" fmla="*/ 0 h 3610440"/>
              <a:gd name="textAreaBottom" fmla="*/ 3610800 h 3610440"/>
              <a:gd name="GluePoint1X" fmla="*/ 1015111 w 1274410"/>
              <a:gd name="GluePoint1Y" fmla="*/ 0 h 3610942"/>
              <a:gd name="GluePoint2X" fmla="*/ 1274410 w 1274410"/>
              <a:gd name="GluePoint2Y" fmla="*/ 687908 h 3610942"/>
              <a:gd name="GluePoint3X" fmla="*/ 1207920 w 1274410"/>
              <a:gd name="GluePoint3Y" fmla="*/ 700489 h 3610942"/>
              <a:gd name="GluePoint4X" fmla="*/ 1099412 w 1274410"/>
              <a:gd name="GluePoint4Y" fmla="*/ 743226 h 3610942"/>
              <a:gd name="GluePoint5X" fmla="*/ 798054 w 1274410"/>
              <a:gd name="GluePoint5Y" fmla="*/ 2211951 h 3610942"/>
              <a:gd name="GluePoint6X" fmla="*/ 825121 w 1274410"/>
              <a:gd name="GluePoint6Y" fmla="*/ 2338793 h 3610942"/>
              <a:gd name="GluePoint7X" fmla="*/ 1000654 w 1274410"/>
              <a:gd name="GluePoint7Y" fmla="*/ 3452634 h 3610942"/>
              <a:gd name="GluePoint8X" fmla="*/ 1000452 w 1274410"/>
              <a:gd name="GluePoint8Y" fmla="*/ 3610942 h 3610942"/>
              <a:gd name="GluePoint9X" fmla="*/ 274933 w 1274410"/>
              <a:gd name="GluePoint9Y" fmla="*/ 3610942 h 3610942"/>
              <a:gd name="GluePoint10X" fmla="*/ 273776 w 1274410"/>
              <a:gd name="GluePoint10Y" fmla="*/ 3459780 h 3610942"/>
              <a:gd name="GluePoint11X" fmla="*/ 114031 w 1274410"/>
              <a:gd name="GluePoint11Y" fmla="*/ 2492207 h 3610942"/>
              <a:gd name="GluePoint12X" fmla="*/ 86171 w 1274410"/>
              <a:gd name="GluePoint12Y" fmla="*/ 2363722 h 3610942"/>
              <a:gd name="GluePoint13X" fmla="*/ 30543 w 1274410"/>
              <a:gd name="GluePoint13Y" fmla="*/ 1192300 h 3610942"/>
              <a:gd name="GluePoint14X" fmla="*/ 765265 w 1274410"/>
              <a:gd name="GluePoint14Y" fmla="*/ 95566 h 3610942"/>
              <a:gd name="GluePoint15X" fmla="*/ 968809 w 1274410"/>
              <a:gd name="GluePoint15Y" fmla="*/ 10921 h 3610942"/>
              <a:gd name="GluePoint16X" fmla="*/ 1015111 w 1274410"/>
              <a:gd name="GluePoint16Y" fmla="*/ 0 h 361094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1" name="Forma libre: Forma 12"/>
          <p:cNvSpPr/>
          <p:nvPr/>
        </p:nvSpPr>
        <p:spPr>
          <a:xfrm rot="2399400">
            <a:off x="9736560" y="3074040"/>
            <a:ext cx="1159920" cy="3075480"/>
          </a:xfrm>
          <a:custGeom>
            <a:avLst/>
            <a:gdLst>
              <a:gd name="textAreaLeft" fmla="*/ 0 w 1159920"/>
              <a:gd name="textAreaRight" fmla="*/ 1160280 w 1159920"/>
              <a:gd name="textAreaTop" fmla="*/ 0 h 3075480"/>
              <a:gd name="textAreaBottom" fmla="*/ 3075840 h 3075480"/>
              <a:gd name="GluePoint1X" fmla="*/ 306086 w 1160238"/>
              <a:gd name="GluePoint1Y" fmla="*/ 467614 h 3075804"/>
              <a:gd name="GluePoint2X" fmla="*/ 863520 w 1160238"/>
              <a:gd name="GluePoint2Y" fmla="*/ 0 h 3075804"/>
              <a:gd name="GluePoint3X" fmla="*/ 906311 w 1160238"/>
              <a:gd name="GluePoint3Y" fmla="*/ 49344 h 3075804"/>
              <a:gd name="GluePoint4X" fmla="*/ 1152730 w 1160238"/>
              <a:gd name="GluePoint4Y" fmla="*/ 971137 h 3075804"/>
              <a:gd name="GluePoint5X" fmla="*/ 908602 w 1160238"/>
              <a:gd name="GluePoint5Y" fmla="*/ 1851962 h 3075804"/>
              <a:gd name="GluePoint6X" fmla="*/ 850108 w 1160238"/>
              <a:gd name="GluePoint6Y" fmla="*/ 2009505 h 3075804"/>
              <a:gd name="GluePoint7X" fmla="*/ 735900 w 1160238"/>
              <a:gd name="GluePoint7Y" fmla="*/ 2914414 h 3075804"/>
              <a:gd name="GluePoint8X" fmla="*/ 756329 w 1160238"/>
              <a:gd name="GluePoint8Y" fmla="*/ 3075804 h 3075804"/>
              <a:gd name="GluePoint9X" fmla="*/ 24796 w 1160238"/>
              <a:gd name="GluePoint9Y" fmla="*/ 3075804 h 3075804"/>
              <a:gd name="GluePoint10X" fmla="*/ 9700 w 1160238"/>
              <a:gd name="GluePoint10Y" fmla="*/ 2946624 h 3075804"/>
              <a:gd name="GluePoint11X" fmla="*/ 166106 w 1160238"/>
              <a:gd name="GluePoint11Y" fmla="*/ 1761828 h 3075804"/>
              <a:gd name="GluePoint12X" fmla="*/ 228342 w 1160238"/>
              <a:gd name="GluePoint12Y" fmla="*/ 1594997 h 3075804"/>
              <a:gd name="GluePoint13X" fmla="*/ 428956 w 1160238"/>
              <a:gd name="GluePoint13Y" fmla="*/ 900599 h 3075804"/>
              <a:gd name="GluePoint14X" fmla="*/ 364221 w 1160238"/>
              <a:gd name="GluePoint14Y" fmla="*/ 541653 h 3075804"/>
              <a:gd name="GluePoint15X" fmla="*/ 306086 w 1160238"/>
              <a:gd name="GluePoint15Y" fmla="*/ 467614 h 30758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2" name="Forma libre: Forma 15"/>
          <p:cNvSpPr/>
          <p:nvPr/>
        </p:nvSpPr>
        <p:spPr>
          <a:xfrm rot="1690800">
            <a:off x="1760760" y="-698760"/>
            <a:ext cx="2030400" cy="3697920"/>
          </a:xfrm>
          <a:custGeom>
            <a:avLst/>
            <a:gdLst>
              <a:gd name="textAreaLeft" fmla="*/ 0 w 2030400"/>
              <a:gd name="textAreaRight" fmla="*/ 2030760 w 2030400"/>
              <a:gd name="textAreaTop" fmla="*/ 0 h 3697920"/>
              <a:gd name="textAreaBottom" fmla="*/ 3698280 h 3697920"/>
              <a:gd name="GluePoint1X" fmla="*/ 1000285 w 2030797"/>
              <a:gd name="GluePoint1Y" fmla="*/ 552032 h 3698207"/>
              <a:gd name="GluePoint2X" fmla="*/ 2030797 w 2030797"/>
              <a:gd name="GluePoint2Y" fmla="*/ 0 h 3698207"/>
              <a:gd name="GluePoint3X" fmla="*/ 2000933 w 2030797"/>
              <a:gd name="GluePoint3Y" fmla="*/ 30638 h 3698207"/>
              <a:gd name="GluePoint4X" fmla="*/ 1737330 w 2030797"/>
              <a:gd name="GluePoint4Y" fmla="*/ 542561 h 3698207"/>
              <a:gd name="GluePoint5X" fmla="*/ 1761018 w 2030797"/>
              <a:gd name="GluePoint5Y" fmla="*/ 1048495 h 3698207"/>
              <a:gd name="GluePoint6X" fmla="*/ 1800963 w 2030797"/>
              <a:gd name="GluePoint6Y" fmla="*/ 1689606 h 3698207"/>
              <a:gd name="GluePoint7X" fmla="*/ 1178859 w 2030797"/>
              <a:gd name="GluePoint7Y" fmla="*/ 2926033 h 3698207"/>
              <a:gd name="GluePoint8X" fmla="*/ 743795 w 2030797"/>
              <a:gd name="GluePoint8Y" fmla="*/ 3648897 h 3698207"/>
              <a:gd name="GluePoint9X" fmla="*/ 735155 w 2030797"/>
              <a:gd name="GluePoint9Y" fmla="*/ 3698207 h 3698207"/>
              <a:gd name="GluePoint10X" fmla="*/ 0 w 2030797"/>
              <a:gd name="GluePoint10Y" fmla="*/ 3698207 h 3698207"/>
              <a:gd name="GluePoint11X" fmla="*/ 20878 w 2030797"/>
              <a:gd name="GluePoint11Y" fmla="*/ 3537082 h 3698207"/>
              <a:gd name="GluePoint12X" fmla="*/ 598980 w 2030797"/>
              <a:gd name="GluePoint12Y" fmla="*/ 2484426 h 3698207"/>
              <a:gd name="GluePoint13X" fmla="*/ 1076692 w 2030797"/>
              <a:gd name="GluePoint13Y" fmla="*/ 1607218 h 3698207"/>
              <a:gd name="GluePoint14X" fmla="*/ 1041854 w 2030797"/>
              <a:gd name="GluePoint14Y" fmla="*/ 1166815 h 3698207"/>
              <a:gd name="GluePoint15X" fmla="*/ 995499 w 2030797"/>
              <a:gd name="GluePoint15Y" fmla="*/ 600714 h 3698207"/>
              <a:gd name="GluePoint16X" fmla="*/ 1000285 w 2030797"/>
              <a:gd name="GluePoint16Y" fmla="*/ 552032 h 369820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3" name="Forma libre: Forma 17"/>
          <p:cNvSpPr/>
          <p:nvPr/>
        </p:nvSpPr>
        <p:spPr>
          <a:xfrm rot="19129800">
            <a:off x="3037320" y="5155560"/>
            <a:ext cx="1132920" cy="1995120"/>
          </a:xfrm>
          <a:custGeom>
            <a:avLst/>
            <a:gdLst>
              <a:gd name="textAreaLeft" fmla="*/ 0 w 1132920"/>
              <a:gd name="textAreaRight" fmla="*/ 1133280 w 1132920"/>
              <a:gd name="textAreaTop" fmla="*/ 0 h 1995120"/>
              <a:gd name="textAreaBottom" fmla="*/ 1995480 h 1995120"/>
              <a:gd name="GluePoint1X" fmla="*/ 1133452 w 1133452"/>
              <a:gd name="GluePoint1Y" fmla="*/ 0 h 1995465"/>
              <a:gd name="GluePoint2X" fmla="*/ 1133292 w 1133452"/>
              <a:gd name="GluePoint2Y" fmla="*/ 125323 h 1995465"/>
              <a:gd name="GluePoint3X" fmla="*/ 936484 w 1133452"/>
              <a:gd name="GluePoint3Y" fmla="*/ 1020389 h 1995465"/>
              <a:gd name="GluePoint4X" fmla="*/ 868531 w 1133452"/>
              <a:gd name="GluePoint4Y" fmla="*/ 1184976 h 1995465"/>
              <a:gd name="GluePoint5X" fmla="*/ 644091 w 1133452"/>
              <a:gd name="GluePoint5Y" fmla="*/ 1872041 h 1995465"/>
              <a:gd name="GluePoint6X" fmla="*/ 637281 w 1133452"/>
              <a:gd name="GluePoint6Y" fmla="*/ 1942961 h 1995465"/>
              <a:gd name="GluePoint7X" fmla="*/ 636643 w 1133452"/>
              <a:gd name="GluePoint7Y" fmla="*/ 1995465 h 1995465"/>
              <a:gd name="GluePoint8X" fmla="*/ 0 w 1133452"/>
              <a:gd name="GluePoint8Y" fmla="*/ 1438728 h 1995465"/>
              <a:gd name="GluePoint9X" fmla="*/ 34632 w 1133452"/>
              <a:gd name="GluePoint9Y" fmla="*/ 1322884 h 1995465"/>
              <a:gd name="GluePoint10X" fmla="*/ 197536 w 1133452"/>
              <a:gd name="GluePoint10Y" fmla="*/ 904704 h 1995465"/>
              <a:gd name="GluePoint11X" fmla="*/ 261430 w 1133452"/>
              <a:gd name="GluePoint11Y" fmla="*/ 749270 h 1995465"/>
              <a:gd name="GluePoint12X" fmla="*/ 408478 w 1133452"/>
              <a:gd name="GluePoint12Y" fmla="*/ 71185 h 1995465"/>
              <a:gd name="GluePoint13X" fmla="*/ 407933 w 1133452"/>
              <a:gd name="GluePoint13Y" fmla="*/ 0 h 1995465"/>
              <a:gd name="GluePoint14X" fmla="*/ 1133452 w 1133452"/>
              <a:gd name="GluePoint14Y" fmla="*/ 0 h 19954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4" name="Forma libre: Forma 18"/>
          <p:cNvSpPr/>
          <p:nvPr/>
        </p:nvSpPr>
        <p:spPr>
          <a:xfrm rot="2399400">
            <a:off x="8273160" y="5555880"/>
            <a:ext cx="966600" cy="1607040"/>
          </a:xfrm>
          <a:custGeom>
            <a:avLst/>
            <a:gdLst>
              <a:gd name="textAreaLeft" fmla="*/ 0 w 966600"/>
              <a:gd name="textAreaRight" fmla="*/ 966960 w 966600"/>
              <a:gd name="textAreaTop" fmla="*/ 0 h 1607040"/>
              <a:gd name="textAreaBottom" fmla="*/ 1607400 h 1607040"/>
              <a:gd name="GluePoint1X" fmla="*/ 0 w 966880"/>
              <a:gd name="GluePoint1Y" fmla="*/ 0 h 1607279"/>
              <a:gd name="GluePoint2X" fmla="*/ 731533 w 966880"/>
              <a:gd name="GluePoint2Y" fmla="*/ 0 h 1607279"/>
              <a:gd name="GluePoint3X" fmla="*/ 739673 w 966880"/>
              <a:gd name="GluePoint3Y" fmla="*/ 64302 h 1607279"/>
              <a:gd name="GluePoint4X" fmla="*/ 904120 w 966880"/>
              <a:gd name="GluePoint4Y" fmla="*/ 800099 h 1607279"/>
              <a:gd name="GluePoint5X" fmla="*/ 936393 w 966880"/>
              <a:gd name="GluePoint5Y" fmla="*/ 927548 h 1607279"/>
              <a:gd name="GluePoint6X" fmla="*/ 963962 w 966880"/>
              <a:gd name="GluePoint6Y" fmla="*/ 1045044 h 1607279"/>
              <a:gd name="GluePoint7X" fmla="*/ 966880 w 966880"/>
              <a:gd name="GluePoint7Y" fmla="*/ 1059437 h 1607279"/>
              <a:gd name="GluePoint8X" fmla="*/ 313806 w 966880"/>
              <a:gd name="GluePoint8Y" fmla="*/ 1607279 h 1607279"/>
              <a:gd name="GluePoint9X" fmla="*/ 296910 w 966880"/>
              <a:gd name="GluePoint9Y" fmla="*/ 1444828 h 1607279"/>
              <a:gd name="GluePoint10X" fmla="*/ 230169 w 966880"/>
              <a:gd name="GluePoint10Y" fmla="*/ 1103778 h 1607279"/>
              <a:gd name="GluePoint11X" fmla="*/ 198743 w 966880"/>
              <a:gd name="GluePoint11Y" fmla="*/ 977945 h 1607279"/>
              <a:gd name="GluePoint12X" fmla="*/ 17463 w 966880"/>
              <a:gd name="GluePoint12Y" fmla="*/ 149441 h 1607279"/>
              <a:gd name="GluePoint13X" fmla="*/ 0 w 966880"/>
              <a:gd name="GluePoint13Y" fmla="*/ 0 h 1607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25" name="PlaceHolder 3"/>
          <p:cNvSpPr>
            <a:spLocks noGrp="1"/>
          </p:cNvSpPr>
          <p:nvPr>
            <p:ph type="dt" idx="31"/>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126" name="PlaceHolder 4"/>
          <p:cNvSpPr>
            <a:spLocks noGrp="1"/>
          </p:cNvSpPr>
          <p:nvPr>
            <p:ph type="ftr" idx="32"/>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27" name="PlaceHolder 5"/>
          <p:cNvSpPr>
            <a:spLocks noGrp="1"/>
          </p:cNvSpPr>
          <p:nvPr>
            <p:ph type="sldNum" idx="33"/>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p:bg>
      <p:bgPr>
        <a:solidFill>
          <a:srgbClr val="f7f7f7"/>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172360" y="990360"/>
            <a:ext cx="3374280" cy="1858680"/>
          </a:xfrm>
          <a:prstGeom prst="rect">
            <a:avLst/>
          </a:prstGeom>
          <a:noFill/>
          <a:ln w="0">
            <a:noFill/>
          </a:ln>
        </p:spPr>
        <p:txBody>
          <a:bodyPr lIns="91440" rIns="91440" tIns="45720" bIns="45720" anchor="b">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29" name="PlaceHolder 2"/>
          <p:cNvSpPr>
            <a:spLocks noGrp="1"/>
          </p:cNvSpPr>
          <p:nvPr>
            <p:ph type="body"/>
          </p:nvPr>
        </p:nvSpPr>
        <p:spPr>
          <a:xfrm>
            <a:off x="645120" y="645840"/>
            <a:ext cx="6769080" cy="55800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30" name="PlaceHolder 3"/>
          <p:cNvSpPr>
            <a:spLocks noGrp="1"/>
          </p:cNvSpPr>
          <p:nvPr>
            <p:ph type="body"/>
          </p:nvPr>
        </p:nvSpPr>
        <p:spPr>
          <a:xfrm>
            <a:off x="8172360" y="3205080"/>
            <a:ext cx="3374280" cy="264888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grpSp>
        <p:nvGrpSpPr>
          <p:cNvPr id="131" name="Grupo 12"/>
          <p:cNvGrpSpPr/>
          <p:nvPr/>
        </p:nvGrpSpPr>
        <p:grpSpPr>
          <a:xfrm>
            <a:off x="-11880" y="0"/>
            <a:ext cx="4168080" cy="2076840"/>
            <a:chOff x="-11880" y="0"/>
            <a:chExt cx="4168080" cy="2076840"/>
          </a:xfrm>
        </p:grpSpPr>
        <p:sp>
          <p:nvSpPr>
            <p:cNvPr id="132" name="Forma libre: Forma 35"/>
            <p:cNvSpPr/>
            <p:nvPr/>
          </p:nvSpPr>
          <p:spPr>
            <a:xfrm rot="661800">
              <a:off x="893160" y="623520"/>
              <a:ext cx="2246760" cy="1249560"/>
            </a:xfrm>
            <a:custGeom>
              <a:avLst/>
              <a:gdLst>
                <a:gd name="textAreaLeft" fmla="*/ 0 w 2246760"/>
                <a:gd name="textAreaRight" fmla="*/ 2247120 w 2246760"/>
                <a:gd name="textAreaTop" fmla="*/ 0 h 1249560"/>
                <a:gd name="textAreaBottom" fmla="*/ 1249920 h 1249560"/>
                <a:gd name="GluePoint1X" fmla="*/ 1544426 w 1888094"/>
                <a:gd name="GluePoint1Y" fmla="*/ 0 h 1050279"/>
                <a:gd name="GluePoint2X" fmla="*/ 1888094 w 1888094"/>
                <a:gd name="GluePoint2Y" fmla="*/ 351412 h 1050279"/>
                <a:gd name="GluePoint3X" fmla="*/ 1832868 w 1888094"/>
                <a:gd name="GluePoint3Y" fmla="*/ 408647 h 1050279"/>
                <a:gd name="GluePoint4X" fmla="*/ 1217380 w 1888094"/>
                <a:gd name="GluePoint4Y" fmla="*/ 838650 h 1050279"/>
                <a:gd name="GluePoint5X" fmla="*/ 133347 w 1888094"/>
                <a:gd name="GluePoint5Y" fmla="*/ 1045093 h 1050279"/>
                <a:gd name="GluePoint6X" fmla="*/ 0 w 1888094"/>
                <a:gd name="GluePoint6Y" fmla="*/ 1030947 h 1050279"/>
                <a:gd name="GluePoint7X" fmla="*/ 0 w 1888094"/>
                <a:gd name="GluePoint7Y" fmla="*/ 536100 h 1050279"/>
                <a:gd name="GluePoint8X" fmla="*/ 43997 w 1888094"/>
                <a:gd name="GluePoint8Y" fmla="*/ 543957 h 1050279"/>
                <a:gd name="GluePoint9X" fmla="*/ 1005273 w 1888094"/>
                <a:gd name="GluePoint9Y" fmla="*/ 397168 h 1050279"/>
                <a:gd name="GluePoint10X" fmla="*/ 1402212 w 1888094"/>
                <a:gd name="GluePoint10Y" fmla="*/ 138554 h 1050279"/>
                <a:gd name="GluePoint11X" fmla="*/ 1544426 w 1888094"/>
                <a:gd name="GluePoint11Y" fmla="*/ 0 h 1050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33" name="Forma libre: Forma 41"/>
            <p:cNvSpPr/>
            <p:nvPr/>
          </p:nvSpPr>
          <p:spPr>
            <a:xfrm>
              <a:off x="-11880" y="666000"/>
              <a:ext cx="923040" cy="958320"/>
            </a:xfrm>
            <a:custGeom>
              <a:avLst/>
              <a:gdLst>
                <a:gd name="textAreaLeft" fmla="*/ 0 w 923040"/>
                <a:gd name="textAreaRight" fmla="*/ 923400 w 923040"/>
                <a:gd name="textAreaTop" fmla="*/ 0 h 958320"/>
                <a:gd name="textAreaBottom" fmla="*/ 958680 h 958320"/>
                <a:gd name="GluePoint1X" fmla="*/ 0 w 923262"/>
                <a:gd name="GluePoint1Y" fmla="*/ 0 h 958708"/>
                <a:gd name="GluePoint2X" fmla="*/ 82112 w 923262"/>
                <a:gd name="GluePoint2Y" fmla="*/ 29512 h 958708"/>
                <a:gd name="GluePoint3X" fmla="*/ 472335 w 923262"/>
                <a:gd name="GluePoint3Y" fmla="*/ 194587 h 958708"/>
                <a:gd name="GluePoint4X" fmla="*/ 723808 w 923262"/>
                <a:gd name="GluePoint4Y" fmla="*/ 303470 h 958708"/>
                <a:gd name="GluePoint5X" fmla="*/ 923262 w 923262"/>
                <a:gd name="GluePoint5Y" fmla="*/ 380643 h 958708"/>
                <a:gd name="GluePoint6X" fmla="*/ 810618 w 923262"/>
                <a:gd name="GluePoint6Y" fmla="*/ 958708 h 958708"/>
                <a:gd name="GluePoint7X" fmla="*/ 780617 w 923262"/>
                <a:gd name="GluePoint7Y" fmla="*/ 949490 h 958708"/>
                <a:gd name="GluePoint8X" fmla="*/ 235643 w 923262"/>
                <a:gd name="GluePoint8Y" fmla="*/ 727132 h 958708"/>
                <a:gd name="GluePoint9X" fmla="*/ 0 w 923262"/>
                <a:gd name="GluePoint9Y" fmla="*/ 626171 h 958708"/>
                <a:gd name="GluePoint10X" fmla="*/ 0 w 923262"/>
                <a:gd name="GluePoint10Y" fmla="*/ 0 h 9587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34" name="Forma libre: Forma 45"/>
            <p:cNvSpPr/>
            <p:nvPr/>
          </p:nvSpPr>
          <p:spPr>
            <a:xfrm>
              <a:off x="2837520" y="0"/>
              <a:ext cx="1318680" cy="1260360"/>
            </a:xfrm>
            <a:custGeom>
              <a:avLst/>
              <a:gdLst>
                <a:gd name="textAreaLeft" fmla="*/ 0 w 1318680"/>
                <a:gd name="textAreaRight" fmla="*/ 1319040 w 1318680"/>
                <a:gd name="textAreaTop" fmla="*/ 0 h 1260360"/>
                <a:gd name="textAreaBottom" fmla="*/ 1260720 h 1260360"/>
                <a:gd name="GluePoint1X" fmla="*/ 676823 w 1319208"/>
                <a:gd name="GluePoint1Y" fmla="*/ 0 h 1260616"/>
                <a:gd name="GluePoint2X" fmla="*/ 1319208 w 1319208"/>
                <a:gd name="GluePoint2Y" fmla="*/ 0 h 1260616"/>
                <a:gd name="GluePoint3X" fmla="*/ 1277920 w 1319208"/>
                <a:gd name="GluePoint3Y" fmla="*/ 103151 h 1260616"/>
                <a:gd name="GluePoint4X" fmla="*/ 669570 w 1319208"/>
                <a:gd name="GluePoint4Y" fmla="*/ 974260 h 1260616"/>
                <a:gd name="GluePoint5X" fmla="*/ 392268 w 1319208"/>
                <a:gd name="GluePoint5Y" fmla="*/ 1211047 h 1260616"/>
                <a:gd name="GluePoint6X" fmla="*/ 321470 w 1319208"/>
                <a:gd name="GluePoint6Y" fmla="*/ 1260616 h 1260616"/>
                <a:gd name="GluePoint7X" fmla="*/ 0 w 1319208"/>
                <a:gd name="GluePoint7Y" fmla="*/ 771877 h 1260616"/>
                <a:gd name="GluePoint8X" fmla="*/ 41273 w 1319208"/>
                <a:gd name="GluePoint8Y" fmla="*/ 744842 h 1260616"/>
                <a:gd name="GluePoint9X" fmla="*/ 260831 w 1319208"/>
                <a:gd name="GluePoint9Y" fmla="*/ 557194 h 1260616"/>
                <a:gd name="GluePoint10X" fmla="*/ 575596 w 1319208"/>
                <a:gd name="GluePoint10Y" fmla="*/ 176017 h 1260616"/>
                <a:gd name="GluePoint11X" fmla="*/ 676823 w 1319208"/>
                <a:gd name="GluePoint11Y" fmla="*/ 0 h 12606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
        <p:nvSpPr>
          <p:cNvPr id="135" name="PlaceHolder 4"/>
          <p:cNvSpPr>
            <a:spLocks noGrp="1"/>
          </p:cNvSpPr>
          <p:nvPr>
            <p:ph type="dt" idx="34"/>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36" name="PlaceHolder 5"/>
          <p:cNvSpPr>
            <a:spLocks noGrp="1"/>
          </p:cNvSpPr>
          <p:nvPr>
            <p:ph type="ftr" idx="35"/>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37" name="PlaceHolder 6"/>
          <p:cNvSpPr>
            <a:spLocks noGrp="1"/>
          </p:cNvSpPr>
          <p:nvPr>
            <p:ph type="sldNum" idx="36"/>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2">
    <p:bg>
      <p:bgPr>
        <a:solidFill>
          <a:srgbClr val="f7f7f7"/>
        </a:solidFill>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633960" y="990360"/>
            <a:ext cx="3375720" cy="2238120"/>
          </a:xfrm>
          <a:prstGeom prst="rect">
            <a:avLst/>
          </a:prstGeom>
          <a:noFill/>
          <a:ln w="0">
            <a:noFill/>
          </a:ln>
        </p:spPr>
        <p:txBody>
          <a:bodyPr lIns="91440" rIns="91440" tIns="45720" bIns="45720" anchor="b">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39" name="PlaceHolder 2"/>
          <p:cNvSpPr>
            <a:spLocks noGrp="1"/>
          </p:cNvSpPr>
          <p:nvPr>
            <p:ph type="body"/>
          </p:nvPr>
        </p:nvSpPr>
        <p:spPr>
          <a:xfrm>
            <a:off x="633960" y="3624120"/>
            <a:ext cx="3375720" cy="222984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40" name="PlaceHolder 3"/>
          <p:cNvSpPr>
            <a:spLocks noGrp="1"/>
          </p:cNvSpPr>
          <p:nvPr>
            <p:ph type="body"/>
          </p:nvPr>
        </p:nvSpPr>
        <p:spPr>
          <a:xfrm>
            <a:off x="4644000" y="645840"/>
            <a:ext cx="6757920" cy="55764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41" name="Forma libre: Forma 3"/>
          <p:cNvSpPr/>
          <p:nvPr/>
        </p:nvSpPr>
        <p:spPr>
          <a:xfrm>
            <a:off x="9055080" y="3868560"/>
            <a:ext cx="3136680" cy="2716920"/>
          </a:xfrm>
          <a:custGeom>
            <a:avLst/>
            <a:gdLst>
              <a:gd name="textAreaLeft" fmla="*/ 0 w 3136680"/>
              <a:gd name="textAreaRight" fmla="*/ 3137040 w 3136680"/>
              <a:gd name="textAreaTop" fmla="*/ 0 h 2716920"/>
              <a:gd name="textAreaBottom" fmla="*/ 2717280 h 2716920"/>
              <a:gd name="GluePoint1X" fmla="*/ 2334437 w 3136995"/>
              <a:gd name="GluePoint1Y" fmla="*/ 485 h 2717231"/>
              <a:gd name="GluePoint2X" fmla="*/ 2804442 w 3136995"/>
              <a:gd name="GluePoint2Y" fmla="*/ 100407 h 2717231"/>
              <a:gd name="GluePoint3X" fmla="*/ 3071148 w 3136995"/>
              <a:gd name="GluePoint3Y" fmla="*/ 219459 h 2717231"/>
              <a:gd name="GluePoint4X" fmla="*/ 3136995 w 3136995"/>
              <a:gd name="GluePoint4Y" fmla="*/ 255414 h 2717231"/>
              <a:gd name="GluePoint5X" fmla="*/ 3136995 w 3136995"/>
              <a:gd name="GluePoint5Y" fmla="*/ 953286 h 2717231"/>
              <a:gd name="GluePoint6X" fmla="*/ 3037819 w 3136995"/>
              <a:gd name="GluePoint6Y" fmla="*/ 885286 h 2717231"/>
              <a:gd name="GluePoint7X" fmla="*/ 2258808 w 3136995"/>
              <a:gd name="GluePoint7Y" fmla="*/ 596498 h 2717231"/>
              <a:gd name="GluePoint8X" fmla="*/ 2062588 w 3136995"/>
              <a:gd name="GluePoint8Y" fmla="*/ 717750 h 2717231"/>
              <a:gd name="GluePoint9X" fmla="*/ 2275105 w 3136995"/>
              <a:gd name="GluePoint9Y" fmla="*/ 1339655 h 2717231"/>
              <a:gd name="GluePoint10X" fmla="*/ 2536514 w 3136995"/>
              <a:gd name="GluePoint10Y" fmla="*/ 1900283 h 2717231"/>
              <a:gd name="GluePoint11X" fmla="*/ 2299225 w 3136995"/>
              <a:gd name="GluePoint11Y" fmla="*/ 2589986 h 2717231"/>
              <a:gd name="GluePoint12X" fmla="*/ 1857241 w 3136995"/>
              <a:gd name="GluePoint12Y" fmla="*/ 2716453 h 2717231"/>
              <a:gd name="GluePoint13X" fmla="*/ 1465454 w 3136995"/>
              <a:gd name="GluePoint13Y" fmla="*/ 2621277 h 2717231"/>
              <a:gd name="GluePoint14X" fmla="*/ 867669 w 3136995"/>
              <a:gd name="GluePoint14Y" fmla="*/ 2273818 h 2717231"/>
              <a:gd name="GluePoint15X" fmla="*/ 764018 w 3136995"/>
              <a:gd name="GluePoint15Y" fmla="*/ 2204065 h 2717231"/>
              <a:gd name="GluePoint16X" fmla="*/ 0 w 3136995"/>
              <a:gd name="GluePoint16Y" fmla="*/ 1790765 h 2717231"/>
              <a:gd name="GluePoint17X" fmla="*/ 159713 w 3136995"/>
              <a:gd name="GluePoint17Y" fmla="*/ 1215796 h 2717231"/>
              <a:gd name="GluePoint18X" fmla="*/ 222295 w 3136995"/>
              <a:gd name="GluePoint18Y" fmla="*/ 1239916 h 2717231"/>
              <a:gd name="GluePoint19X" fmla="*/ 222295 w 3136995"/>
              <a:gd name="GluePoint19Y" fmla="*/ 1240568 h 2717231"/>
              <a:gd name="GluePoint20X" fmla="*/ 1087356 w 3136995"/>
              <a:gd name="GluePoint20Y" fmla="*/ 1706671 h 2717231"/>
              <a:gd name="GluePoint21X" fmla="*/ 1201438 w 3136995"/>
              <a:gd name="GluePoint21Y" fmla="*/ 1783594 h 2717231"/>
              <a:gd name="GluePoint22X" fmla="*/ 1692965 w 3136995"/>
              <a:gd name="GluePoint22Y" fmla="*/ 2073034 h 2717231"/>
              <a:gd name="GluePoint23X" fmla="*/ 1951114 w 3136995"/>
              <a:gd name="GluePoint23Y" fmla="*/ 2109541 h 2717231"/>
              <a:gd name="GluePoint24X" fmla="*/ 1967412 w 3136995"/>
              <a:gd name="GluePoint24Y" fmla="*/ 2095199 h 2717231"/>
              <a:gd name="GluePoint25X" fmla="*/ 1933513 w 3136995"/>
              <a:gd name="GluePoint25Y" fmla="*/ 1962213 h 2717231"/>
              <a:gd name="GluePoint26X" fmla="*/ 1761413 w 3136995"/>
              <a:gd name="GluePoint26Y" fmla="*/ 1635615 h 2717231"/>
              <a:gd name="GluePoint27X" fmla="*/ 1494789 w 3136995"/>
              <a:gd name="GluePoint27Y" fmla="*/ 1085417 h 2717231"/>
              <a:gd name="GluePoint28X" fmla="*/ 1573669 w 3136995"/>
              <a:gd name="GluePoint28Y" fmla="*/ 380721 h 2717231"/>
              <a:gd name="GluePoint29X" fmla="*/ 2192966 w 3136995"/>
              <a:gd name="GluePoint29Y" fmla="*/ 5883 h 2717231"/>
              <a:gd name="GluePoint30X" fmla="*/ 2334437 w 3136995"/>
              <a:gd name="GluePoint30Y" fmla="*/ 485 h 27172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42" name="Forma libre: Forma 8"/>
          <p:cNvSpPr/>
          <p:nvPr/>
        </p:nvSpPr>
        <p:spPr>
          <a:xfrm rot="1465800">
            <a:off x="6609600" y="5641560"/>
            <a:ext cx="1262160" cy="1321200"/>
          </a:xfrm>
          <a:custGeom>
            <a:avLst/>
            <a:gdLst>
              <a:gd name="textAreaLeft" fmla="*/ 0 w 1262160"/>
              <a:gd name="textAreaRight" fmla="*/ 1262520 w 1262160"/>
              <a:gd name="textAreaTop" fmla="*/ 0 h 1321200"/>
              <a:gd name="textAreaBottom" fmla="*/ 1321560 h 1321200"/>
              <a:gd name="GluePoint1X" fmla="*/ 40687 w 1262520"/>
              <a:gd name="GluePoint1Y" fmla="*/ 0 h 1321581"/>
              <a:gd name="GluePoint2X" fmla="*/ 678937 w 1262520"/>
              <a:gd name="GluePoint2Y" fmla="*/ 0 h 1321581"/>
              <a:gd name="GluePoint3X" fmla="*/ 655633 w 1262520"/>
              <a:gd name="GluePoint3Y" fmla="*/ 40745 h 1321581"/>
              <a:gd name="GluePoint4X" fmla="*/ 619746 w 1262520"/>
              <a:gd name="GluePoint4Y" fmla="*/ 129059 h 1321581"/>
              <a:gd name="GluePoint5X" fmla="*/ 664941 w 1262520"/>
              <a:gd name="GluePoint5Y" fmla="*/ 553174 h 1321581"/>
              <a:gd name="GluePoint6X" fmla="*/ 1087651 w 1262520"/>
              <a:gd name="GluePoint6Y" fmla="*/ 934074 h 1321581"/>
              <a:gd name="GluePoint7X" fmla="*/ 1262520 w 1262520"/>
              <a:gd name="GluePoint7Y" fmla="*/ 1014509 h 1321581"/>
              <a:gd name="GluePoint8X" fmla="*/ 586663 w 1262520"/>
              <a:gd name="GluePoint8Y" fmla="*/ 1321581 h 1321581"/>
              <a:gd name="GluePoint9X" fmla="*/ 480610 w 1262520"/>
              <a:gd name="GluePoint9Y" fmla="*/ 1240979 h 1321581"/>
              <a:gd name="GluePoint10X" fmla="*/ 143835 w 1262520"/>
              <a:gd name="GluePoint10Y" fmla="*/ 837194 h 1321581"/>
              <a:gd name="GluePoint11X" fmla="*/ 24623 w 1262520"/>
              <a:gd name="GluePoint11Y" fmla="*/ 60121 h 1321581"/>
              <a:gd name="GluePoint12X" fmla="*/ 40687 w 1262520"/>
              <a:gd name="GluePoint12Y" fmla="*/ 0 h 13215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43" name="Forma libre: Forma 10"/>
          <p:cNvSpPr/>
          <p:nvPr/>
        </p:nvSpPr>
        <p:spPr>
          <a:xfrm rot="1465800">
            <a:off x="7149240" y="4657680"/>
            <a:ext cx="1977840" cy="1263960"/>
          </a:xfrm>
          <a:custGeom>
            <a:avLst/>
            <a:gdLst>
              <a:gd name="textAreaLeft" fmla="*/ 0 w 1977840"/>
              <a:gd name="textAreaRight" fmla="*/ 1978200 w 1977840"/>
              <a:gd name="textAreaTop" fmla="*/ 0 h 1263960"/>
              <a:gd name="textAreaBottom" fmla="*/ 1264320 h 1263960"/>
              <a:gd name="GluePoint1X" fmla="*/ 941103 w 1978089"/>
              <a:gd name="GluePoint1Y" fmla="*/ 232965 h 1264388"/>
              <a:gd name="GluePoint2X" fmla="*/ 1885661 w 1978089"/>
              <a:gd name="GluePoint2Y" fmla="*/ 0 h 1264388"/>
              <a:gd name="GluePoint3X" fmla="*/ 1978089 w 1978089"/>
              <a:gd name="GluePoint3Y" fmla="*/ 589539 h 1264388"/>
              <a:gd name="GluePoint4X" fmla="*/ 1199547 w 1978089"/>
              <a:gd name="GluePoint4Y" fmla="*/ 767123 h 1264388"/>
              <a:gd name="GluePoint5X" fmla="*/ 665311 w 1978089"/>
              <a:gd name="GluePoint5Y" fmla="*/ 1217072 h 1264388"/>
              <a:gd name="GluePoint6X" fmla="*/ 638250 w 1978089"/>
              <a:gd name="GluePoint6Y" fmla="*/ 1264388 h 1264388"/>
              <a:gd name="GluePoint7X" fmla="*/ 0 w 1978089"/>
              <a:gd name="GluePoint7Y" fmla="*/ 1264388 h 1264388"/>
              <a:gd name="GluePoint8X" fmla="*/ 14006 w 1978089"/>
              <a:gd name="GluePoint8Y" fmla="*/ 1211969 h 1264388"/>
              <a:gd name="GluePoint9X" fmla="*/ 941103 w 1978089"/>
              <a:gd name="GluePoint9Y" fmla="*/ 232965 h 1264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44" name="PlaceHolder 4"/>
          <p:cNvSpPr>
            <a:spLocks noGrp="1"/>
          </p:cNvSpPr>
          <p:nvPr>
            <p:ph type="dt" idx="37"/>
          </p:nvPr>
        </p:nvSpPr>
        <p:spPr>
          <a:xfrm>
            <a:off x="633960" y="6426720"/>
            <a:ext cx="91404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45" name="PlaceHolder 5"/>
          <p:cNvSpPr>
            <a:spLocks noGrp="1"/>
          </p:cNvSpPr>
          <p:nvPr>
            <p:ph type="ftr" idx="38"/>
          </p:nvPr>
        </p:nvSpPr>
        <p:spPr>
          <a:xfrm>
            <a:off x="1632600" y="6426720"/>
            <a:ext cx="237708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46" name="PlaceHolder 6"/>
          <p:cNvSpPr>
            <a:spLocks noGrp="1"/>
          </p:cNvSpPr>
          <p:nvPr>
            <p:ph type="sldNum" idx="39"/>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3">
    <p:bg>
      <p:bgPr>
        <a:solidFill>
          <a:srgbClr val="f7f7f7"/>
        </a:solidFill>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7786080" y="635040"/>
            <a:ext cx="3771360" cy="1494000"/>
          </a:xfrm>
          <a:prstGeom prst="rect">
            <a:avLst/>
          </a:prstGeom>
          <a:noFill/>
          <a:ln w="0">
            <a:noFill/>
          </a:ln>
        </p:spPr>
        <p:txBody>
          <a:bodyPr lIns="91440" rIns="91440" tIns="45720" bIns="45720" anchor="b">
            <a:normAutofit fontScale="92500"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48" name="PlaceHolder 2"/>
          <p:cNvSpPr>
            <a:spLocks noGrp="1"/>
          </p:cNvSpPr>
          <p:nvPr>
            <p:ph type="body"/>
          </p:nvPr>
        </p:nvSpPr>
        <p:spPr>
          <a:xfrm>
            <a:off x="633960" y="699840"/>
            <a:ext cx="6595200" cy="54576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49" name="PlaceHolder 3"/>
          <p:cNvSpPr>
            <a:spLocks noGrp="1"/>
          </p:cNvSpPr>
          <p:nvPr>
            <p:ph type="body"/>
          </p:nvPr>
        </p:nvSpPr>
        <p:spPr>
          <a:xfrm>
            <a:off x="7786080" y="2495160"/>
            <a:ext cx="3771360" cy="36745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50" name="Forma libre: Forma 35"/>
          <p:cNvSpPr/>
          <p:nvPr/>
        </p:nvSpPr>
        <p:spPr>
          <a:xfrm rot="17323800">
            <a:off x="2349000" y="-179280"/>
            <a:ext cx="980280" cy="975240"/>
          </a:xfrm>
          <a:custGeom>
            <a:avLst/>
            <a:gdLst>
              <a:gd name="textAreaLeft" fmla="*/ 0 w 980280"/>
              <a:gd name="textAreaRight" fmla="*/ 980640 w 980280"/>
              <a:gd name="textAreaTop" fmla="*/ 0 h 975240"/>
              <a:gd name="textAreaBottom" fmla="*/ 975600 h 975240"/>
              <a:gd name="GluePoint1X" fmla="*/ 713409 w 980643"/>
              <a:gd name="GluePoint1Y" fmla="*/ 187422 h 975589"/>
              <a:gd name="GluePoint2X" fmla="*/ 980643 w 980643"/>
              <a:gd name="GluePoint2Y" fmla="*/ 975589 h 975589"/>
              <a:gd name="GluePoint3X" fmla="*/ 883272 w 980643"/>
              <a:gd name="GluePoint3Y" fmla="*/ 899194 h 975589"/>
              <a:gd name="GluePoint4X" fmla="*/ 515385 w 980643"/>
              <a:gd name="GluePoint4Y" fmla="*/ 696338 h 975589"/>
              <a:gd name="GluePoint5X" fmla="*/ 64315 w 980643"/>
              <a:gd name="GluePoint5Y" fmla="*/ 570788 h 975589"/>
              <a:gd name="GluePoint6X" fmla="*/ 0 w 980643"/>
              <a:gd name="GluePoint6Y" fmla="*/ 557879 h 975589"/>
              <a:gd name="GluePoint7X" fmla="*/ 0 w 980643"/>
              <a:gd name="GluePoint7Y" fmla="*/ 0 h 975589"/>
              <a:gd name="GluePoint8X" fmla="*/ 3858 w 980643"/>
              <a:gd name="GluePoint8Y" fmla="*/ 815 h 975589"/>
              <a:gd name="GluePoint9X" fmla="*/ 537814 w 980643"/>
              <a:gd name="GluePoint9Y" fmla="*/ 125852 h 975589"/>
              <a:gd name="GluePoint10X" fmla="*/ 713409 w 980643"/>
              <a:gd name="GluePoint10Y" fmla="*/ 187422 h 9755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51" name="Forma libre: Forma 36"/>
          <p:cNvSpPr/>
          <p:nvPr/>
        </p:nvSpPr>
        <p:spPr>
          <a:xfrm rot="3588600">
            <a:off x="106920" y="2359080"/>
            <a:ext cx="815040" cy="1284840"/>
          </a:xfrm>
          <a:custGeom>
            <a:avLst/>
            <a:gdLst>
              <a:gd name="textAreaLeft" fmla="*/ 0 w 815040"/>
              <a:gd name="textAreaRight" fmla="*/ 815400 w 815040"/>
              <a:gd name="textAreaTop" fmla="*/ 0 h 1284840"/>
              <a:gd name="textAreaBottom" fmla="*/ 1285200 h 1284840"/>
              <a:gd name="GluePoint1X" fmla="*/ 244957 w 815467"/>
              <a:gd name="GluePoint1Y" fmla="*/ 0 h 1285231"/>
              <a:gd name="GluePoint2X" fmla="*/ 796885 w 815467"/>
              <a:gd name="GluePoint2Y" fmla="*/ 0 h 1285231"/>
              <a:gd name="GluePoint3X" fmla="*/ 811479 w 815467"/>
              <a:gd name="GluePoint3Y" fmla="*/ 118266 h 1285231"/>
              <a:gd name="GluePoint4X" fmla="*/ 814016 w 815467"/>
              <a:gd name="GluePoint4Y" fmla="*/ 299654 h 1285231"/>
              <a:gd name="GluePoint5X" fmla="*/ 529555 w 815467"/>
              <a:gd name="GluePoint5Y" fmla="*/ 1199936 h 1285231"/>
              <a:gd name="GluePoint6X" fmla="*/ 472282 w 815467"/>
              <a:gd name="GluePoint6Y" fmla="*/ 1285231 h 1285231"/>
              <a:gd name="GluePoint7X" fmla="*/ 0 w 815467"/>
              <a:gd name="GluePoint7Y" fmla="*/ 1010513 h 1285231"/>
              <a:gd name="GluePoint8X" fmla="*/ 10909 w 815467"/>
              <a:gd name="GluePoint8Y" fmla="*/ 997313 h 1285231"/>
              <a:gd name="GluePoint9X" fmla="*/ 269718 w 815467"/>
              <a:gd name="GluePoint9Y" fmla="*/ 278678 h 1285231"/>
              <a:gd name="GluePoint10X" fmla="*/ 256779 w 815467"/>
              <a:gd name="GluePoint10Y" fmla="*/ 58886 h 1285231"/>
              <a:gd name="GluePoint11X" fmla="*/ 244957 w 815467"/>
              <a:gd name="GluePoint11Y" fmla="*/ 0 h 12852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52" name="Forma libre: Forma 37"/>
          <p:cNvSpPr/>
          <p:nvPr/>
        </p:nvSpPr>
        <p:spPr>
          <a:xfrm rot="3588600">
            <a:off x="436680" y="139680"/>
            <a:ext cx="2472840" cy="2415240"/>
          </a:xfrm>
          <a:custGeom>
            <a:avLst/>
            <a:gdLst>
              <a:gd name="textAreaLeft" fmla="*/ 0 w 2472840"/>
              <a:gd name="textAreaRight" fmla="*/ 2473200 w 2472840"/>
              <a:gd name="textAreaTop" fmla="*/ 0 h 2415240"/>
              <a:gd name="textAreaBottom" fmla="*/ 2415600 h 2415240"/>
              <a:gd name="GluePoint1X" fmla="*/ 76350 w 2473274"/>
              <a:gd name="GluePoint1Y" fmla="*/ 1330160 h 2415704"/>
              <a:gd name="GluePoint2X" fmla="*/ 726974 w 2473274"/>
              <a:gd name="GluePoint2Y" fmla="*/ 905743 h 2415704"/>
              <a:gd name="GluePoint3X" fmla="*/ 1154574 w 2473274"/>
              <a:gd name="GluePoint3Y" fmla="*/ 912326 h 2415704"/>
              <a:gd name="GluePoint4X" fmla="*/ 1030950 w 2473274"/>
              <a:gd name="GluePoint4Y" fmla="*/ 638930 h 2415704"/>
              <a:gd name="GluePoint5X" fmla="*/ 878982 w 2473274"/>
              <a:gd name="GluePoint5Y" fmla="*/ 366623 h 2415704"/>
              <a:gd name="GluePoint6X" fmla="*/ 1299477 w 2473274"/>
              <a:gd name="GluePoint6Y" fmla="*/ 0 h 2415704"/>
              <a:gd name="GluePoint7X" fmla="*/ 1349323 w 2473274"/>
              <a:gd name="GluePoint7Y" fmla="*/ 87262 h 2415704"/>
              <a:gd name="GluePoint8X" fmla="*/ 1638142 w 2473274"/>
              <a:gd name="GluePoint8Y" fmla="*/ 647618 h 2415704"/>
              <a:gd name="GluePoint9X" fmla="*/ 1769606 w 2473274"/>
              <a:gd name="GluePoint9Y" fmla="*/ 1177480 h 2415704"/>
              <a:gd name="GluePoint10X" fmla="*/ 1962224 w 2473274"/>
              <a:gd name="GluePoint10Y" fmla="*/ 1344598 h 2415704"/>
              <a:gd name="GluePoint11X" fmla="*/ 2465331 w 2473274"/>
              <a:gd name="GluePoint11Y" fmla="*/ 2333795 h 2415704"/>
              <a:gd name="GluePoint12X" fmla="*/ 2473274 w 2473274"/>
              <a:gd name="GluePoint12Y" fmla="*/ 2398167 h 2415704"/>
              <a:gd name="GluePoint13X" fmla="*/ 1921346 w 2473274"/>
              <a:gd name="GluePoint13Y" fmla="*/ 2398167 h 2415704"/>
              <a:gd name="GluePoint14X" fmla="*/ 1910850 w 2473274"/>
              <a:gd name="GluePoint14Y" fmla="*/ 2345890 h 2415704"/>
              <a:gd name="GluePoint15X" fmla="*/ 1660967 w 2473274"/>
              <a:gd name="GluePoint15Y" fmla="*/ 1829670 h 2415704"/>
              <a:gd name="GluePoint16X" fmla="*/ 1394459 w 2473274"/>
              <a:gd name="GluePoint16Y" fmla="*/ 2187795 h 2415704"/>
              <a:gd name="GluePoint17X" fmla="*/ 928053 w 2473274"/>
              <a:gd name="GluePoint17Y" fmla="*/ 2404229 h 2415704"/>
              <a:gd name="GluePoint18X" fmla="*/ 404264 w 2473274"/>
              <a:gd name="GluePoint18Y" fmla="*/ 2323183 h 2415704"/>
              <a:gd name="GluePoint19X" fmla="*/ 44123 w 2473274"/>
              <a:gd name="GluePoint19Y" fmla="*/ 1899945 h 2415704"/>
              <a:gd name="GluePoint20X" fmla="*/ 76350 w 2473274"/>
              <a:gd name="GluePoint20Y" fmla="*/ 1330160 h 2415704"/>
              <a:gd name="GluePoint21X" fmla="*/ 558209 w 2473274"/>
              <a:gd name="GluePoint21Y" fmla="*/ 1580944 h 2415704"/>
              <a:gd name="GluePoint22X" fmla="*/ 588348 w 2473274"/>
              <a:gd name="GluePoint22Y" fmla="*/ 1774360 h 2415704"/>
              <a:gd name="GluePoint23X" fmla="*/ 638504 w 2473274"/>
              <a:gd name="GluePoint23Y" fmla="*/ 1826066 h 2415704"/>
              <a:gd name="GluePoint24X" fmla="*/ 638141 w 2473274"/>
              <a:gd name="GluePoint24Y" fmla="*/ 1825839 h 2415704"/>
              <a:gd name="GluePoint25X" fmla="*/ 638631 w 2473274"/>
              <a:gd name="GluePoint25Y" fmla="*/ 1826196 h 2415704"/>
              <a:gd name="GluePoint26X" fmla="*/ 638504 w 2473274"/>
              <a:gd name="GluePoint26Y" fmla="*/ 1826066 h 2415704"/>
              <a:gd name="GluePoint27X" fmla="*/ 659759 w 2473274"/>
              <a:gd name="GluePoint27Y" fmla="*/ 1839315 h 2415704"/>
              <a:gd name="GluePoint28X" fmla="*/ 1038446 w 2473274"/>
              <a:gd name="GluePoint28Y" fmla="*/ 1774307 h 2415704"/>
              <a:gd name="GluePoint29X" fmla="*/ 1205988 w 2473274"/>
              <a:gd name="GluePoint29Y" fmla="*/ 1487439 h 2415704"/>
              <a:gd name="GluePoint30X" fmla="*/ 809732 w 2473274"/>
              <a:gd name="GluePoint30Y" fmla="*/ 1442917 h 2415704"/>
              <a:gd name="GluePoint31X" fmla="*/ 558209 w 2473274"/>
              <a:gd name="GluePoint31Y" fmla="*/ 1580944 h 24157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textAreaLeft" t="textAreaTop" r="textAreaRight" b="textAreaBottom"/>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53" name="PlaceHolder 4"/>
          <p:cNvSpPr>
            <a:spLocks noGrp="1"/>
          </p:cNvSpPr>
          <p:nvPr>
            <p:ph type="dt" idx="40"/>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54" name="PlaceHolder 5"/>
          <p:cNvSpPr>
            <a:spLocks noGrp="1"/>
          </p:cNvSpPr>
          <p:nvPr>
            <p:ph type="ftr" idx="41"/>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55" name="PlaceHolder 6"/>
          <p:cNvSpPr>
            <a:spLocks noGrp="1"/>
          </p:cNvSpPr>
          <p:nvPr>
            <p:ph type="sldNum" idx="42"/>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4">
    <p:bg>
      <p:bgPr>
        <a:solidFill>
          <a:srgbClr val="f7f7f7"/>
        </a:solid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4962600" y="635040"/>
            <a:ext cx="6595200" cy="1113120"/>
          </a:xfrm>
          <a:prstGeom prst="rect">
            <a:avLst/>
          </a:prstGeom>
          <a:noFill/>
          <a:ln w="0">
            <a:noFill/>
          </a:ln>
        </p:spPr>
        <p:txBody>
          <a:bodyPr lIns="91440" rIns="91440" tIns="45720" bIns="45720" anchor="b">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57" name="PlaceHolder 2"/>
          <p:cNvSpPr>
            <a:spLocks noGrp="1"/>
          </p:cNvSpPr>
          <p:nvPr>
            <p:ph type="body"/>
          </p:nvPr>
        </p:nvSpPr>
        <p:spPr>
          <a:xfrm>
            <a:off x="623160" y="635040"/>
            <a:ext cx="3395880" cy="55875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58" name="PlaceHolder 3"/>
          <p:cNvSpPr>
            <a:spLocks noGrp="1"/>
          </p:cNvSpPr>
          <p:nvPr>
            <p:ph type="body"/>
          </p:nvPr>
        </p:nvSpPr>
        <p:spPr>
          <a:xfrm>
            <a:off x="4962600" y="2129400"/>
            <a:ext cx="6595200" cy="40651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59" name="Forma libre: Forma 35"/>
          <p:cNvSpPr/>
          <p:nvPr/>
        </p:nvSpPr>
        <p:spPr>
          <a:xfrm rot="7008600">
            <a:off x="804960" y="142200"/>
            <a:ext cx="1664640" cy="2148480"/>
          </a:xfrm>
          <a:custGeom>
            <a:avLst/>
            <a:gdLst>
              <a:gd name="textAreaLeft" fmla="*/ 0 w 1664640"/>
              <a:gd name="textAreaRight" fmla="*/ 1665000 w 1664640"/>
              <a:gd name="textAreaTop" fmla="*/ 0 h 2148480"/>
              <a:gd name="textAreaBottom" fmla="*/ 2148840 h 2148480"/>
              <a:gd name="GluePoint1X" fmla="*/ 341896 w 1665084"/>
              <a:gd name="GluePoint1Y" fmla="*/ 0 h 2148669"/>
              <a:gd name="GluePoint2X" fmla="*/ 349805 w 1665084"/>
              <a:gd name="GluePoint2Y" fmla="*/ 6322 h 2148669"/>
              <a:gd name="GluePoint3X" fmla="*/ 612422 w 1665084"/>
              <a:gd name="GluePoint3Y" fmla="*/ 388163 h 2148669"/>
              <a:gd name="GluePoint4X" fmla="*/ 722991 w 1665084"/>
              <a:gd name="GluePoint4Y" fmla="*/ 872653 h 2148669"/>
              <a:gd name="GluePoint5X" fmla="*/ 828306 w 1665084"/>
              <a:gd name="GluePoint5Y" fmla="*/ 1315031 h 2148669"/>
              <a:gd name="GluePoint6X" fmla="*/ 1608513 w 1665084"/>
              <a:gd name="GluePoint6Y" fmla="*/ 1609375 h 2148669"/>
              <a:gd name="GluePoint7X" fmla="*/ 1665084 w 1665084"/>
              <a:gd name="GluePoint7Y" fmla="*/ 1609068 h 2148669"/>
              <a:gd name="GluePoint8X" fmla="*/ 1665084 w 1665084"/>
              <a:gd name="GluePoint8Y" fmla="*/ 2148225 h 2148669"/>
              <a:gd name="GluePoint9X" fmla="*/ 1609449 w 1665084"/>
              <a:gd name="GluePoint9Y" fmla="*/ 2148669 h 2148669"/>
              <a:gd name="GluePoint10X" fmla="*/ 1023644 w 1665084"/>
              <a:gd name="GluePoint10Y" fmla="*/ 2089736 h 2148669"/>
              <a:gd name="GluePoint11X" fmla="*/ 338579 w 1665084"/>
              <a:gd name="GluePoint11Y" fmla="*/ 1540519 h 2148669"/>
              <a:gd name="GluePoint12X" fmla="*/ 188894 w 1665084"/>
              <a:gd name="GluePoint12Y" fmla="*/ 948505 h 2148669"/>
              <a:gd name="GluePoint13X" fmla="*/ 36276 w 1665084"/>
              <a:gd name="GluePoint13Y" fmla="*/ 458792 h 2148669"/>
              <a:gd name="GluePoint14X" fmla="*/ 0 w 1665084"/>
              <a:gd name="GluePoint14Y" fmla="*/ 420458 h 2148669"/>
              <a:gd name="GluePoint15X" fmla="*/ 341896 w 1665084"/>
              <a:gd name="GluePoint15Y" fmla="*/ 0 h 21486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60" name="Forma libre: Forma 36"/>
          <p:cNvSpPr/>
          <p:nvPr/>
        </p:nvSpPr>
        <p:spPr>
          <a:xfrm>
            <a:off x="2596320" y="-10800"/>
            <a:ext cx="1109520" cy="1274040"/>
          </a:xfrm>
          <a:custGeom>
            <a:avLst/>
            <a:gdLst>
              <a:gd name="textAreaLeft" fmla="*/ 0 w 1109520"/>
              <a:gd name="textAreaRight" fmla="*/ 1109880 w 1109520"/>
              <a:gd name="textAreaTop" fmla="*/ 0 h 1274040"/>
              <a:gd name="textAreaBottom" fmla="*/ 1274400 h 1274040"/>
              <a:gd name="GluePoint1X" fmla="*/ 569513 w 1110050"/>
              <a:gd name="GluePoint1Y" fmla="*/ 0 h 1274339"/>
              <a:gd name="GluePoint2X" fmla="*/ 1110050 w 1110050"/>
              <a:gd name="GluePoint2Y" fmla="*/ 0 h 1274339"/>
              <a:gd name="GluePoint3X" fmla="*/ 1108176 w 1110050"/>
              <a:gd name="GluePoint3Y" fmla="*/ 35958 h 1274339"/>
              <a:gd name="GluePoint4X" fmla="*/ 1087539 w 1110050"/>
              <a:gd name="GluePoint4Y" fmla="*/ 185132 h 1274339"/>
              <a:gd name="GluePoint5X" fmla="*/ 836669 w 1110050"/>
              <a:gd name="GluePoint5Y" fmla="*/ 789808 h 1274339"/>
              <a:gd name="GluePoint6X" fmla="*/ 358947 w 1110050"/>
              <a:gd name="GluePoint6Y" fmla="*/ 1211337 h 1274339"/>
              <a:gd name="GluePoint7X" fmla="*/ 221035 w 1110050"/>
              <a:gd name="GluePoint7Y" fmla="*/ 1274339 h 1274339"/>
              <a:gd name="GluePoint8X" fmla="*/ 0 w 1110050"/>
              <a:gd name="GluePoint8Y" fmla="*/ 779544 h 1274339"/>
              <a:gd name="GluePoint9X" fmla="*/ 24610 w 1110050"/>
              <a:gd name="GluePoint9Y" fmla="*/ 772204 h 1274339"/>
              <a:gd name="GluePoint10X" fmla="*/ 102913 w 1110050"/>
              <a:gd name="GluePoint10Y" fmla="*/ 735911 h 1274339"/>
              <a:gd name="GluePoint11X" fmla="*/ 557533 w 1110050"/>
              <a:gd name="GluePoint11Y" fmla="*/ 86665 h 1274339"/>
              <a:gd name="GluePoint12X" fmla="*/ 569513 w 1110050"/>
              <a:gd name="GluePoint12Y" fmla="*/ 0 h 12743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61" name="Forma libre: Forma 37"/>
          <p:cNvSpPr/>
          <p:nvPr/>
        </p:nvSpPr>
        <p:spPr>
          <a:xfrm>
            <a:off x="0" y="1475280"/>
            <a:ext cx="784080" cy="1233360"/>
          </a:xfrm>
          <a:custGeom>
            <a:avLst/>
            <a:gdLst>
              <a:gd name="textAreaLeft" fmla="*/ 0 w 784080"/>
              <a:gd name="textAreaRight" fmla="*/ 784440 w 784080"/>
              <a:gd name="textAreaTop" fmla="*/ 0 h 1233360"/>
              <a:gd name="textAreaBottom" fmla="*/ 1233720 h 1233360"/>
              <a:gd name="GluePoint1X" fmla="*/ 303291 w 784483"/>
              <a:gd name="GluePoint1Y" fmla="*/ 0 h 1233678"/>
              <a:gd name="GluePoint2X" fmla="*/ 784483 w 784483"/>
              <a:gd name="GluePoint2Y" fmla="*/ 243196 h 1233678"/>
              <a:gd name="GluePoint3X" fmla="*/ 728000 w 784483"/>
              <a:gd name="GluePoint3Y" fmla="*/ 356478 h 1233678"/>
              <a:gd name="GluePoint4X" fmla="*/ 473392 w 784483"/>
              <a:gd name="GluePoint4Y" fmla="*/ 818270 h 1233678"/>
              <a:gd name="GluePoint5X" fmla="*/ 87665 w 784483"/>
              <a:gd name="GluePoint5Y" fmla="*/ 1187767 h 1233678"/>
              <a:gd name="GluePoint6X" fmla="*/ 0 w 784483"/>
              <a:gd name="GluePoint6Y" fmla="*/ 1233678 h 1233678"/>
              <a:gd name="GluePoint7X" fmla="*/ 0 w 784483"/>
              <a:gd name="GluePoint7Y" fmla="*/ 548005 h 1233678"/>
              <a:gd name="GluePoint8X" fmla="*/ 32185 w 784483"/>
              <a:gd name="GluePoint8Y" fmla="*/ 509130 h 1233678"/>
              <a:gd name="GluePoint9X" fmla="*/ 243995 w 784483"/>
              <a:gd name="GluePoint9Y" fmla="*/ 119688 h 1233678"/>
              <a:gd name="GluePoint10X" fmla="*/ 303291 w 784483"/>
              <a:gd name="GluePoint10Y" fmla="*/ 0 h 12336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62" name="PlaceHolder 4"/>
          <p:cNvSpPr>
            <a:spLocks noGrp="1"/>
          </p:cNvSpPr>
          <p:nvPr>
            <p:ph type="dt" idx="43"/>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63" name="PlaceHolder 5"/>
          <p:cNvSpPr>
            <a:spLocks noGrp="1"/>
          </p:cNvSpPr>
          <p:nvPr>
            <p:ph type="ftr" idx="44"/>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64" name="PlaceHolder 6"/>
          <p:cNvSpPr>
            <a:spLocks noGrp="1"/>
          </p:cNvSpPr>
          <p:nvPr>
            <p:ph type="sldNum" idx="45"/>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5">
    <p:bg>
      <p:bgPr>
        <a:solidFill>
          <a:srgbClr val="f7f7f7"/>
        </a:solidFill>
      </p:bgPr>
    </p:bg>
    <p:spTree>
      <p:nvGrpSpPr>
        <p:cNvPr id="1" name=""/>
        <p:cNvGrpSpPr/>
        <p:nvPr/>
      </p:nvGrpSpPr>
      <p:grpSpPr>
        <a:xfrm>
          <a:off x="0" y="0"/>
          <a:ext cx="0" cy="0"/>
          <a:chOff x="0" y="0"/>
          <a:chExt cx="0" cy="0"/>
        </a:xfrm>
      </p:grpSpPr>
      <p:sp>
        <p:nvSpPr>
          <p:cNvPr id="165" name="PlaceHolder 1"/>
          <p:cNvSpPr>
            <a:spLocks noGrp="1"/>
          </p:cNvSpPr>
          <p:nvPr>
            <p:ph type="title"/>
          </p:nvPr>
        </p:nvSpPr>
        <p:spPr>
          <a:xfrm>
            <a:off x="628560" y="4748400"/>
            <a:ext cx="3771720" cy="1471320"/>
          </a:xfrm>
          <a:prstGeom prst="rect">
            <a:avLst/>
          </a:prstGeom>
          <a:noFill/>
          <a:ln w="0">
            <a:noFill/>
          </a:ln>
        </p:spPr>
        <p:txBody>
          <a:bodyPr lIns="91440" rIns="91440" tIns="45720" bIns="45720" anchor="t">
            <a:normAutofit fontScale="92500"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66" name="PlaceHolder 2"/>
          <p:cNvSpPr>
            <a:spLocks noGrp="1"/>
          </p:cNvSpPr>
          <p:nvPr>
            <p:ph type="body"/>
          </p:nvPr>
        </p:nvSpPr>
        <p:spPr>
          <a:xfrm>
            <a:off x="612720" y="406440"/>
            <a:ext cx="10972440" cy="35751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67" name="PlaceHolder 3"/>
          <p:cNvSpPr>
            <a:spLocks noGrp="1"/>
          </p:cNvSpPr>
          <p:nvPr>
            <p:ph type="body"/>
          </p:nvPr>
        </p:nvSpPr>
        <p:spPr>
          <a:xfrm>
            <a:off x="4962600" y="4748400"/>
            <a:ext cx="6595200" cy="1471320"/>
          </a:xfrm>
          <a:prstGeom prst="rect">
            <a:avLst/>
          </a:prstGeom>
          <a:noFill/>
          <a:ln w="0">
            <a:noFill/>
          </a:ln>
        </p:spPr>
        <p:txBody>
          <a:bodyPr lIns="91440" rIns="91440" tIns="45720" bIns="45720" anchor="t">
            <a:normAutofit fontScale="85000" lnSpcReduction="19999"/>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68" name="PlaceHolder 4"/>
          <p:cNvSpPr>
            <a:spLocks noGrp="1"/>
          </p:cNvSpPr>
          <p:nvPr>
            <p:ph type="dt" idx="46"/>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69" name="PlaceHolder 5"/>
          <p:cNvSpPr>
            <a:spLocks noGrp="1"/>
          </p:cNvSpPr>
          <p:nvPr>
            <p:ph type="ftr" idx="47"/>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70" name="PlaceHolder 6"/>
          <p:cNvSpPr>
            <a:spLocks noGrp="1"/>
          </p:cNvSpPr>
          <p:nvPr>
            <p:ph type="sldNum" idx="48"/>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6">
    <p:bg>
      <p:bgPr>
        <a:solidFill>
          <a:srgbClr val="f7f7f7"/>
        </a:solidFill>
      </p:bgPr>
    </p:bg>
    <p:spTree>
      <p:nvGrpSpPr>
        <p:cNvPr id="1" name=""/>
        <p:cNvGrpSpPr/>
        <p:nvPr/>
      </p:nvGrpSpPr>
      <p:grpSpPr>
        <a:xfrm>
          <a:off x="0" y="0"/>
          <a:ext cx="0" cy="0"/>
          <a:chOff x="0" y="0"/>
          <a:chExt cx="0" cy="0"/>
        </a:xfrm>
      </p:grpSpPr>
      <p:sp>
        <p:nvSpPr>
          <p:cNvPr id="171" name="PlaceHolder 1"/>
          <p:cNvSpPr>
            <a:spLocks noGrp="1"/>
          </p:cNvSpPr>
          <p:nvPr>
            <p:ph type="title"/>
          </p:nvPr>
        </p:nvSpPr>
        <p:spPr>
          <a:xfrm>
            <a:off x="633960" y="635040"/>
            <a:ext cx="3766320" cy="1494000"/>
          </a:xfrm>
          <a:prstGeom prst="rect">
            <a:avLst/>
          </a:prstGeom>
          <a:noFill/>
          <a:ln w="0">
            <a:noFill/>
          </a:ln>
        </p:spPr>
        <p:txBody>
          <a:bodyPr lIns="91440" rIns="91440" tIns="45720" bIns="45720" anchor="b">
            <a:normAutofit fontScale="92500"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72" name="PlaceHolder 2"/>
          <p:cNvSpPr>
            <a:spLocks noGrp="1"/>
          </p:cNvSpPr>
          <p:nvPr>
            <p:ph type="body"/>
          </p:nvPr>
        </p:nvSpPr>
        <p:spPr>
          <a:xfrm>
            <a:off x="633960" y="2495160"/>
            <a:ext cx="3766320" cy="372744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73" name="PlaceHolder 3"/>
          <p:cNvSpPr>
            <a:spLocks noGrp="1"/>
          </p:cNvSpPr>
          <p:nvPr>
            <p:ph type="body"/>
          </p:nvPr>
        </p:nvSpPr>
        <p:spPr>
          <a:xfrm>
            <a:off x="4962600" y="699840"/>
            <a:ext cx="6583680" cy="54576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grpSp>
        <p:nvGrpSpPr>
          <p:cNvPr id="174" name="Grupo 3"/>
          <p:cNvGrpSpPr/>
          <p:nvPr/>
        </p:nvGrpSpPr>
        <p:grpSpPr>
          <a:xfrm>
            <a:off x="8343720" y="4075200"/>
            <a:ext cx="4040640" cy="3459960"/>
            <a:chOff x="8343720" y="4075200"/>
            <a:chExt cx="4040640" cy="3459960"/>
          </a:xfrm>
        </p:grpSpPr>
        <p:sp>
          <p:nvSpPr>
            <p:cNvPr id="175" name="Forma libre: Forma 6"/>
            <p:cNvSpPr/>
            <p:nvPr/>
          </p:nvSpPr>
          <p:spPr>
            <a:xfrm flipH="1" rot="20470200">
              <a:off x="10963440" y="4249440"/>
              <a:ext cx="1270080" cy="1141560"/>
            </a:xfrm>
            <a:custGeom>
              <a:avLst/>
              <a:gdLst>
                <a:gd name="textAreaLeft" fmla="*/ 360 w 1270080"/>
                <a:gd name="textAreaRight" fmla="*/ 1270800 w 1270080"/>
                <a:gd name="textAreaTop" fmla="*/ 0 h 1141560"/>
                <a:gd name="textAreaBottom" fmla="*/ 1141920 h 1141560"/>
                <a:gd name="GluePoint1X" fmla="*/ 767447 w 1373270"/>
                <a:gd name="GluePoint1Y" fmla="*/ 102774 h 1234303"/>
                <a:gd name="GluePoint2X" fmla="*/ 881044 w 1373270"/>
                <a:gd name="GluePoint2Y" fmla="*/ 65421 h 1234303"/>
                <a:gd name="GluePoint3X" fmla="*/ 1057195 w 1373270"/>
                <a:gd name="GluePoint3Y" fmla="*/ 24346 h 1234303"/>
                <a:gd name="GluePoint4X" fmla="*/ 1349336 w 1373270"/>
                <a:gd name="GluePoint4Y" fmla="*/ 105 h 1234303"/>
                <a:gd name="GluePoint5X" fmla="*/ 1373270 w 1373270"/>
                <a:gd name="GluePoint5Y" fmla="*/ 1535 h 1234303"/>
                <a:gd name="GluePoint6X" fmla="*/ 1373270 w 1373270"/>
                <a:gd name="GluePoint6Y" fmla="*/ 517104 h 1234303"/>
                <a:gd name="GluePoint7X" fmla="*/ 1305166 w 1373270"/>
                <a:gd name="GluePoint7Y" fmla="*/ 515844 h 1234303"/>
                <a:gd name="GluePoint8X" fmla="*/ 1147502 w 1373270"/>
                <a:gd name="GluePoint8Y" fmla="*/ 531787 h 1234303"/>
                <a:gd name="GluePoint9X" fmla="*/ 279303 w 1373270"/>
                <a:gd name="GluePoint9Y" fmla="*/ 1110101 h 1234303"/>
                <a:gd name="GluePoint10X" fmla="*/ 204985 w 1373270"/>
                <a:gd name="GluePoint10Y" fmla="*/ 1234303 h 1234303"/>
                <a:gd name="GluePoint11X" fmla="*/ 0 w 1373270"/>
                <a:gd name="GluePoint11Y" fmla="*/ 633055 h 1234303"/>
                <a:gd name="GluePoint12X" fmla="*/ 59566 w 1373270"/>
                <a:gd name="GluePoint12Y" fmla="*/ 566107 h 1234303"/>
                <a:gd name="GluePoint13X" fmla="*/ 767447 w 1373270"/>
                <a:gd name="GluePoint13Y" fmla="*/ 102774 h 123430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76" name="Forma libre: Forma 8"/>
            <p:cNvSpPr/>
            <p:nvPr/>
          </p:nvSpPr>
          <p:spPr>
            <a:xfrm flipH="1" rot="20431200">
              <a:off x="8449200" y="6032520"/>
              <a:ext cx="1164240" cy="832320"/>
            </a:xfrm>
            <a:custGeom>
              <a:avLst/>
              <a:gdLst>
                <a:gd name="textAreaLeft" fmla="*/ 360 w 1164240"/>
                <a:gd name="textAreaRight" fmla="*/ 1164960 w 1164240"/>
                <a:gd name="textAreaTop" fmla="*/ 0 h 832320"/>
                <a:gd name="textAreaBottom" fmla="*/ 832680 h 832320"/>
                <a:gd name="GluePoint1X" fmla="*/ 0 w 1258782"/>
                <a:gd name="GluePoint1Y" fmla="*/ 0 h 900028"/>
                <a:gd name="GluePoint2X" fmla="*/ 5317 w 1258782"/>
                <a:gd name="GluePoint2Y" fmla="*/ 238 h 900028"/>
                <a:gd name="GluePoint3X" fmla="*/ 295360 w 1258782"/>
                <a:gd name="GluePoint3Y" fmla="*/ 60351 h 900028"/>
                <a:gd name="GluePoint4X" fmla="*/ 988509 w 1258782"/>
                <a:gd name="GluePoint4Y" fmla="*/ 448441 h 900028"/>
                <a:gd name="GluePoint5X" fmla="*/ 1137431 w 1258782"/>
                <a:gd name="GluePoint5Y" fmla="*/ 581714 h 900028"/>
                <a:gd name="GluePoint6X" fmla="*/ 1258782 w 1258782"/>
                <a:gd name="GluePoint6Y" fmla="*/ 709594 h 900028"/>
                <a:gd name="GluePoint7X" fmla="*/ 720413 w 1258782"/>
                <a:gd name="GluePoint7Y" fmla="*/ 900028 h 900028"/>
                <a:gd name="GluePoint8X" fmla="*/ 660562 w 1258782"/>
                <a:gd name="GluePoint8Y" fmla="*/ 846321 h 900028"/>
                <a:gd name="GluePoint9X" fmla="*/ 138527 w 1258782"/>
                <a:gd name="GluePoint9Y" fmla="*/ 551745 h 900028"/>
                <a:gd name="GluePoint10X" fmla="*/ 27588 w 1258782"/>
                <a:gd name="GluePoint10Y" fmla="*/ 523899 h 900028"/>
                <a:gd name="GluePoint11X" fmla="*/ 0 w 1258782"/>
                <a:gd name="GluePoint11Y" fmla="*/ 520664 h 900028"/>
                <a:gd name="GluePoint12X" fmla="*/ 0 w 1258782"/>
                <a:gd name="GluePoint12Y" fmla="*/ 0 h 9000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77" name="Forma libre: Forma 9"/>
            <p:cNvSpPr/>
            <p:nvPr/>
          </p:nvSpPr>
          <p:spPr>
            <a:xfrm flipH="1" rot="20431200">
              <a:off x="9539640" y="4663080"/>
              <a:ext cx="1996920" cy="2613960"/>
            </a:xfrm>
            <a:custGeom>
              <a:avLst/>
              <a:gdLst>
                <a:gd name="textAreaLeft" fmla="*/ -360 w 1996920"/>
                <a:gd name="textAreaRight" fmla="*/ 1996920 w 1996920"/>
                <a:gd name="textAreaTop" fmla="*/ 0 h 2613960"/>
                <a:gd name="textAreaBottom" fmla="*/ 2614320 h 2613960"/>
                <a:gd name="GluePoint1X" fmla="*/ 264292 w 2158798"/>
                <a:gd name="GluePoint1Y" fmla="*/ 0 h 2826015"/>
                <a:gd name="GluePoint2X" fmla="*/ 384381 w 2158798"/>
                <a:gd name="GluePoint2Y" fmla="*/ 5805 h 2826015"/>
                <a:gd name="GluePoint3X" fmla="*/ 526349 w 2158798"/>
                <a:gd name="GluePoint3Y" fmla="*/ 26615 h 2826015"/>
                <a:gd name="GluePoint4X" fmla="*/ 1087664 w 2158798"/>
                <a:gd name="GluePoint4Y" fmla="*/ 268399 h 2826015"/>
                <a:gd name="GluePoint5X" fmla="*/ 1663452 w 2158798"/>
                <a:gd name="GluePoint5Y" fmla="*/ 949301 h 2826015"/>
                <a:gd name="GluePoint6X" fmla="*/ 1868956 w 2158798"/>
                <a:gd name="GluePoint6Y" fmla="*/ 910300 h 2826015"/>
                <a:gd name="GluePoint7X" fmla="*/ 2016944 w 2158798"/>
                <a:gd name="GluePoint7Y" fmla="*/ 901176 h 2826015"/>
                <a:gd name="GluePoint8X" fmla="*/ 2158798 w 2158798"/>
                <a:gd name="GluePoint8Y" fmla="*/ 907543 h 2826015"/>
                <a:gd name="GluePoint9X" fmla="*/ 2158798 w 2158798"/>
                <a:gd name="GluePoint9Y" fmla="*/ 1428207 h 2826015"/>
                <a:gd name="GluePoint10X" fmla="*/ 2074081 w 2158798"/>
                <a:gd name="GluePoint10Y" fmla="*/ 1418269 h 2826015"/>
                <a:gd name="GluePoint11X" fmla="*/ 1846281 w 2158798"/>
                <a:gd name="GluePoint11Y" fmla="*/ 1436237 h 2826015"/>
                <a:gd name="GluePoint12X" fmla="*/ 1928550 w 2158798"/>
                <a:gd name="GluePoint12Y" fmla="*/ 2107013 h 2826015"/>
                <a:gd name="GluePoint13X" fmla="*/ 1926695 w 2158798"/>
                <a:gd name="GluePoint13Y" fmla="*/ 2144498 h 2826015"/>
                <a:gd name="GluePoint14X" fmla="*/ 1398673 w 2158798"/>
                <a:gd name="GluePoint14Y" fmla="*/ 2331272 h 2826015"/>
                <a:gd name="GluePoint15X" fmla="*/ 1411157 w 2158798"/>
                <a:gd name="GluePoint15Y" fmla="*/ 2179695 h 2826015"/>
                <a:gd name="GluePoint16X" fmla="*/ 1369057 w 2158798"/>
                <a:gd name="GluePoint16Y" fmla="*/ 1658088 h 2826015"/>
                <a:gd name="GluePoint17X" fmla="*/ 940658 w 2158798"/>
                <a:gd name="GluePoint17Y" fmla="*/ 2080500 h 2826015"/>
                <a:gd name="GluePoint18X" fmla="*/ 647802 w 2158798"/>
                <a:gd name="GluePoint18Y" fmla="*/ 2554233 h 2826015"/>
                <a:gd name="GluePoint19X" fmla="*/ 624148 w 2158798"/>
                <a:gd name="GluePoint19Y" fmla="*/ 2605239 h 2826015"/>
                <a:gd name="GluePoint20X" fmla="*/ 0 w 2158798"/>
                <a:gd name="GluePoint20Y" fmla="*/ 2826015 h 2826015"/>
                <a:gd name="GluePoint21X" fmla="*/ 26855 w 2158798"/>
                <a:gd name="GluePoint21Y" fmla="*/ 2721918 h 2826015"/>
                <a:gd name="GluePoint22X" fmla="*/ 532076 w 2158798"/>
                <a:gd name="GluePoint22Y" fmla="*/ 1764462 h 2826015"/>
                <a:gd name="GluePoint23X" fmla="*/ 1190824 w 2158798"/>
                <a:gd name="GluePoint23Y" fmla="*/ 1156521 h 2826015"/>
                <a:gd name="GluePoint24X" fmla="*/ 791285 w 2158798"/>
                <a:gd name="GluePoint24Y" fmla="*/ 689718 h 2826015"/>
                <a:gd name="GluePoint25X" fmla="*/ 291060 w 2158798"/>
                <a:gd name="GluePoint25Y" fmla="*/ 515684 h 2826015"/>
                <a:gd name="GluePoint26X" fmla="*/ 270177 w 2158798"/>
                <a:gd name="GluePoint26Y" fmla="*/ 515535 h 2826015"/>
                <a:gd name="GluePoint27X" fmla="*/ 264292 w 2158798"/>
                <a:gd name="GluePoint27Y" fmla="*/ 0 h 28260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
        <p:nvSpPr>
          <p:cNvPr id="178" name="PlaceHolder 4"/>
          <p:cNvSpPr>
            <a:spLocks noGrp="1"/>
          </p:cNvSpPr>
          <p:nvPr>
            <p:ph type="dt" idx="49"/>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79" name="PlaceHolder 5"/>
          <p:cNvSpPr>
            <a:spLocks noGrp="1"/>
          </p:cNvSpPr>
          <p:nvPr>
            <p:ph type="ftr" idx="50"/>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80" name="PlaceHolder 6"/>
          <p:cNvSpPr>
            <a:spLocks noGrp="1"/>
          </p:cNvSpPr>
          <p:nvPr>
            <p:ph type="sldNum" idx="51"/>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7">
    <p:bg>
      <p:bgPr>
        <a:solidFill>
          <a:srgbClr val="f7f7f7"/>
        </a:solidFill>
      </p:bgPr>
    </p:bg>
    <p:spTree>
      <p:nvGrpSpPr>
        <p:cNvPr id="1" name=""/>
        <p:cNvGrpSpPr/>
        <p:nvPr/>
      </p:nvGrpSpPr>
      <p:grpSpPr>
        <a:xfrm>
          <a:off x="0" y="0"/>
          <a:ext cx="0" cy="0"/>
          <a:chOff x="0" y="0"/>
          <a:chExt cx="0" cy="0"/>
        </a:xfrm>
      </p:grpSpPr>
      <p:sp>
        <p:nvSpPr>
          <p:cNvPr id="181" name="PlaceHolder 1"/>
          <p:cNvSpPr>
            <a:spLocks noGrp="1"/>
          </p:cNvSpPr>
          <p:nvPr>
            <p:ph type="title"/>
          </p:nvPr>
        </p:nvSpPr>
        <p:spPr>
          <a:xfrm>
            <a:off x="633960" y="635040"/>
            <a:ext cx="4328280" cy="1122120"/>
          </a:xfrm>
          <a:prstGeom prst="rect">
            <a:avLst/>
          </a:prstGeom>
          <a:noFill/>
          <a:ln w="0">
            <a:noFill/>
          </a:ln>
        </p:spPr>
        <p:txBody>
          <a:bodyPr lIns="91440" rIns="91440" tIns="45720" bIns="45720" anchor="t">
            <a:normAutofit fontScale="85000"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82" name="PlaceHolder 2"/>
          <p:cNvSpPr>
            <a:spLocks noGrp="1"/>
          </p:cNvSpPr>
          <p:nvPr>
            <p:ph type="body"/>
          </p:nvPr>
        </p:nvSpPr>
        <p:spPr>
          <a:xfrm>
            <a:off x="633960" y="2138400"/>
            <a:ext cx="4328280" cy="4084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83" name="PlaceHolder 3"/>
          <p:cNvSpPr>
            <a:spLocks noGrp="1"/>
          </p:cNvSpPr>
          <p:nvPr>
            <p:ph type="body"/>
          </p:nvPr>
        </p:nvSpPr>
        <p:spPr>
          <a:xfrm>
            <a:off x="5844600" y="509400"/>
            <a:ext cx="5768280" cy="584928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84" name="PlaceHolder 4"/>
          <p:cNvSpPr>
            <a:spLocks noGrp="1"/>
          </p:cNvSpPr>
          <p:nvPr>
            <p:ph type="dt" idx="52"/>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85" name="PlaceHolder 5"/>
          <p:cNvSpPr>
            <a:spLocks noGrp="1"/>
          </p:cNvSpPr>
          <p:nvPr>
            <p:ph type="ftr" idx="53"/>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86" name="PlaceHolder 6"/>
          <p:cNvSpPr>
            <a:spLocks noGrp="1"/>
          </p:cNvSpPr>
          <p:nvPr>
            <p:ph type="sldNum" idx="54"/>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187" name="Forma libre: Forma 4"/>
          <p:cNvSpPr/>
          <p:nvPr/>
        </p:nvSpPr>
        <p:spPr>
          <a:xfrm flipH="1" rot="20938200">
            <a:off x="9039600" y="261000"/>
            <a:ext cx="2246760" cy="1249560"/>
          </a:xfrm>
          <a:custGeom>
            <a:avLst/>
            <a:gdLst>
              <a:gd name="textAreaLeft" fmla="*/ -360 w 2246760"/>
              <a:gd name="textAreaRight" fmla="*/ 2246760 w 2246760"/>
              <a:gd name="textAreaTop" fmla="*/ 0 h 1249560"/>
              <a:gd name="textAreaBottom" fmla="*/ 1249920 h 1249560"/>
              <a:gd name="GluePoint1X" fmla="*/ 1544426 w 1888094"/>
              <a:gd name="GluePoint1Y" fmla="*/ 0 h 1050279"/>
              <a:gd name="GluePoint2X" fmla="*/ 1888094 w 1888094"/>
              <a:gd name="GluePoint2Y" fmla="*/ 351412 h 1050279"/>
              <a:gd name="GluePoint3X" fmla="*/ 1832868 w 1888094"/>
              <a:gd name="GluePoint3Y" fmla="*/ 408647 h 1050279"/>
              <a:gd name="GluePoint4X" fmla="*/ 1217380 w 1888094"/>
              <a:gd name="GluePoint4Y" fmla="*/ 838650 h 1050279"/>
              <a:gd name="GluePoint5X" fmla="*/ 133347 w 1888094"/>
              <a:gd name="GluePoint5Y" fmla="*/ 1045093 h 1050279"/>
              <a:gd name="GluePoint6X" fmla="*/ 0 w 1888094"/>
              <a:gd name="GluePoint6Y" fmla="*/ 1030947 h 1050279"/>
              <a:gd name="GluePoint7X" fmla="*/ 0 w 1888094"/>
              <a:gd name="GluePoint7Y" fmla="*/ 536100 h 1050279"/>
              <a:gd name="GluePoint8X" fmla="*/ 43997 w 1888094"/>
              <a:gd name="GluePoint8Y" fmla="*/ 543957 h 1050279"/>
              <a:gd name="GluePoint9X" fmla="*/ 1005273 w 1888094"/>
              <a:gd name="GluePoint9Y" fmla="*/ 397168 h 1050279"/>
              <a:gd name="GluePoint10X" fmla="*/ 1402212 w 1888094"/>
              <a:gd name="GluePoint10Y" fmla="*/ 138554 h 1050279"/>
              <a:gd name="GluePoint11X" fmla="*/ 1544426 w 1888094"/>
              <a:gd name="GluePoint11Y" fmla="*/ 0 h 1050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88" name="Forma libre: Forma 5"/>
          <p:cNvSpPr/>
          <p:nvPr/>
        </p:nvSpPr>
        <p:spPr>
          <a:xfrm flipH="1">
            <a:off x="11268720" y="303480"/>
            <a:ext cx="923040" cy="958320"/>
          </a:xfrm>
          <a:custGeom>
            <a:avLst/>
            <a:gdLst>
              <a:gd name="textAreaLeft" fmla="*/ 360 w 923040"/>
              <a:gd name="textAreaRight" fmla="*/ 923760 w 923040"/>
              <a:gd name="textAreaTop" fmla="*/ 0 h 958320"/>
              <a:gd name="textAreaBottom" fmla="*/ 958680 h 958320"/>
              <a:gd name="GluePoint1X" fmla="*/ 0 w 923262"/>
              <a:gd name="GluePoint1Y" fmla="*/ 0 h 958708"/>
              <a:gd name="GluePoint2X" fmla="*/ 82112 w 923262"/>
              <a:gd name="GluePoint2Y" fmla="*/ 29512 h 958708"/>
              <a:gd name="GluePoint3X" fmla="*/ 472335 w 923262"/>
              <a:gd name="GluePoint3Y" fmla="*/ 194587 h 958708"/>
              <a:gd name="GluePoint4X" fmla="*/ 723808 w 923262"/>
              <a:gd name="GluePoint4Y" fmla="*/ 303470 h 958708"/>
              <a:gd name="GluePoint5X" fmla="*/ 923262 w 923262"/>
              <a:gd name="GluePoint5Y" fmla="*/ 380643 h 958708"/>
              <a:gd name="GluePoint6X" fmla="*/ 810618 w 923262"/>
              <a:gd name="GluePoint6Y" fmla="*/ 958708 h 958708"/>
              <a:gd name="GluePoint7X" fmla="*/ 780617 w 923262"/>
              <a:gd name="GluePoint7Y" fmla="*/ 949490 h 958708"/>
              <a:gd name="GluePoint8X" fmla="*/ 235643 w 923262"/>
              <a:gd name="GluePoint8Y" fmla="*/ 727132 h 958708"/>
              <a:gd name="GluePoint9X" fmla="*/ 0 w 923262"/>
              <a:gd name="GluePoint9Y" fmla="*/ 626171 h 958708"/>
              <a:gd name="GluePoint10X" fmla="*/ 0 w 923262"/>
              <a:gd name="GluePoint10Y" fmla="*/ 0 h 9587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89" name="Forma libre: Forma 8"/>
          <p:cNvSpPr/>
          <p:nvPr/>
        </p:nvSpPr>
        <p:spPr>
          <a:xfrm flipH="1">
            <a:off x="8196120" y="0"/>
            <a:ext cx="1145160" cy="897840"/>
          </a:xfrm>
          <a:custGeom>
            <a:avLst/>
            <a:gdLst>
              <a:gd name="textAreaLeft" fmla="*/ -360 w 1145160"/>
              <a:gd name="textAreaRight" fmla="*/ 1145160 w 1145160"/>
              <a:gd name="textAreaTop" fmla="*/ 0 h 897840"/>
              <a:gd name="textAreaBottom" fmla="*/ 898200 h 897840"/>
              <a:gd name="GluePoint1X" fmla="*/ 1145538 w 1145538"/>
              <a:gd name="GluePoint1Y" fmla="*/ 0 h 898305"/>
              <a:gd name="GluePoint2X" fmla="*/ 438495 w 1145538"/>
              <a:gd name="GluePoint2Y" fmla="*/ 0 h 898305"/>
              <a:gd name="GluePoint3X" fmla="*/ 429840 w 1145538"/>
              <a:gd name="GluePoint3Y" fmla="*/ 11760 h 898305"/>
              <a:gd name="GluePoint4X" fmla="*/ 260831 w 1145538"/>
              <a:gd name="GluePoint4Y" fmla="*/ 194883 h 898305"/>
              <a:gd name="GluePoint5X" fmla="*/ 41273 w 1145538"/>
              <a:gd name="GluePoint5Y" fmla="*/ 382531 h 898305"/>
              <a:gd name="GluePoint6X" fmla="*/ 0 w 1145538"/>
              <a:gd name="GluePoint6Y" fmla="*/ 409566 h 898305"/>
              <a:gd name="GluePoint7X" fmla="*/ 321470 w 1145538"/>
              <a:gd name="GluePoint7Y" fmla="*/ 898305 h 898305"/>
              <a:gd name="GluePoint8X" fmla="*/ 392268 w 1145538"/>
              <a:gd name="GluePoint8Y" fmla="*/ 848736 h 898305"/>
              <a:gd name="GluePoint9X" fmla="*/ 669570 w 1145538"/>
              <a:gd name="GluePoint9Y" fmla="*/ 611949 h 898305"/>
              <a:gd name="GluePoint10X" fmla="*/ 1018410 w 1145538"/>
              <a:gd name="GluePoint10Y" fmla="*/ 202385 h 8983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8">
    <p:bg>
      <p:bgPr>
        <a:solidFill>
          <a:srgbClr val="f7f7f7"/>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633960" y="3981600"/>
            <a:ext cx="2854080" cy="2237760"/>
          </a:xfrm>
          <a:prstGeom prst="rect">
            <a:avLst/>
          </a:prstGeom>
          <a:noFill/>
          <a:ln w="0">
            <a:noFill/>
          </a:ln>
        </p:spPr>
        <p:txBody>
          <a:bodyPr lIns="91440" rIns="91440" tIns="45720" bIns="45720" anchor="t">
            <a:normAutofit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191" name="PlaceHolder 2"/>
          <p:cNvSpPr>
            <a:spLocks noGrp="1"/>
          </p:cNvSpPr>
          <p:nvPr>
            <p:ph type="body"/>
          </p:nvPr>
        </p:nvSpPr>
        <p:spPr>
          <a:xfrm>
            <a:off x="612720" y="406440"/>
            <a:ext cx="10972440" cy="3022200"/>
          </a:xfrm>
          <a:prstGeom prst="rect">
            <a:avLst/>
          </a:prstGeom>
          <a:blipFill rotWithShape="0">
            <a:blip r:embed="rId2">
              <a:alphaModFix amt="85000"/>
            </a:blip>
            <a:stretch>
              <a:fillRect l="-1" t="-58165" r="-1" b="-58165"/>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192" name="PlaceHolder 3"/>
          <p:cNvSpPr>
            <a:spLocks noGrp="1"/>
          </p:cNvSpPr>
          <p:nvPr>
            <p:ph type="body"/>
          </p:nvPr>
        </p:nvSpPr>
        <p:spPr>
          <a:xfrm>
            <a:off x="4038480" y="3981600"/>
            <a:ext cx="7518960" cy="224100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193" name="PlaceHolder 4"/>
          <p:cNvSpPr>
            <a:spLocks noGrp="1"/>
          </p:cNvSpPr>
          <p:nvPr>
            <p:ph type="dt" idx="55"/>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194" name="PlaceHolder 5"/>
          <p:cNvSpPr>
            <a:spLocks noGrp="1"/>
          </p:cNvSpPr>
          <p:nvPr>
            <p:ph type="ftr" idx="56"/>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5" name="PlaceHolder 6"/>
          <p:cNvSpPr>
            <a:spLocks noGrp="1"/>
          </p:cNvSpPr>
          <p:nvPr>
            <p:ph type="sldNum" idx="57"/>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196" name="Forma libre: Forma 2"/>
          <p:cNvSpPr/>
          <p:nvPr/>
        </p:nvSpPr>
        <p:spPr>
          <a:xfrm rot="2316600">
            <a:off x="8930520" y="72720"/>
            <a:ext cx="1325880" cy="1006560"/>
          </a:xfrm>
          <a:custGeom>
            <a:avLst/>
            <a:gdLst>
              <a:gd name="textAreaLeft" fmla="*/ 0 w 1325880"/>
              <a:gd name="textAreaRight" fmla="*/ 1326240 w 1325880"/>
              <a:gd name="textAreaTop" fmla="*/ 0 h 1006560"/>
              <a:gd name="textAreaBottom" fmla="*/ 1006920 h 1006560"/>
              <a:gd name="GluePoint1X" fmla="*/ 493650 w 1326246"/>
              <a:gd name="GluePoint1Y" fmla="*/ 150486 h 1007060"/>
              <a:gd name="GluePoint2X" fmla="*/ 568903 w 1326246"/>
              <a:gd name="GluePoint2Y" fmla="*/ 228365 h 1007060"/>
              <a:gd name="GluePoint3X" fmla="*/ 1165995 w 1326246"/>
              <a:gd name="GluePoint3Y" fmla="*/ 522353 h 1007060"/>
              <a:gd name="GluePoint4X" fmla="*/ 1260509 w 1326246"/>
              <a:gd name="GluePoint4Y" fmla="*/ 532075 h 1007060"/>
              <a:gd name="GluePoint5X" fmla="*/ 1326246 w 1326246"/>
              <a:gd name="GluePoint5Y" fmla="*/ 532380 h 1007060"/>
              <a:gd name="GluePoint6X" fmla="*/ 1326246 w 1326246"/>
              <a:gd name="GluePoint6Y" fmla="*/ 1006250 h 1007060"/>
              <a:gd name="GluePoint7X" fmla="*/ 1252207 w 1326246"/>
              <a:gd name="GluePoint7Y" fmla="*/ 1007060 h 1007060"/>
              <a:gd name="GluePoint8X" fmla="*/ 1094897 w 1326246"/>
              <a:gd name="GluePoint8Y" fmla="*/ 991615 h 1007060"/>
              <a:gd name="GluePoint9X" fmla="*/ 249165 w 1326246"/>
              <a:gd name="GluePoint9Y" fmla="*/ 578193 h 1007060"/>
              <a:gd name="GluePoint10X" fmla="*/ 170122 w 1326246"/>
              <a:gd name="GluePoint10Y" fmla="*/ 495950 h 1007060"/>
              <a:gd name="GluePoint11X" fmla="*/ 370028 w 1326246"/>
              <a:gd name="GluePoint11Y" fmla="*/ 0 h 1007060"/>
              <a:gd name="GluePoint12X" fmla="*/ 371468 w 1326246"/>
              <a:gd name="GluePoint12Y" fmla="*/ 2354 h 1007060"/>
              <a:gd name="GluePoint13X" fmla="*/ 449680 w 1326246"/>
              <a:gd name="GluePoint13Y" fmla="*/ 104983 h 1007060"/>
              <a:gd name="GluePoint14X" fmla="*/ 493648 w 1326246"/>
              <a:gd name="GluePoint14Y" fmla="*/ 150483 h 1007060"/>
              <a:gd name="GluePoint15X" fmla="*/ 170122 w 1326246"/>
              <a:gd name="GluePoint15Y" fmla="*/ 495948 h 1007060"/>
              <a:gd name="GluePoint16X" fmla="*/ 81856 w 1326246"/>
              <a:gd name="GluePoint16Y" fmla="*/ 404107 h 1007060"/>
              <a:gd name="GluePoint17X" fmla="*/ 0 w 1326246"/>
              <a:gd name="GluePoint17Y" fmla="*/ 295485 h 10070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97" name="Forma libre: Forma 15"/>
          <p:cNvSpPr/>
          <p:nvPr/>
        </p:nvSpPr>
        <p:spPr>
          <a:xfrm rot="1027200">
            <a:off x="11834640" y="1678680"/>
            <a:ext cx="444600" cy="483840"/>
          </a:xfrm>
          <a:custGeom>
            <a:avLst/>
            <a:gdLst>
              <a:gd name="textAreaLeft" fmla="*/ 0 w 444600"/>
              <a:gd name="textAreaRight" fmla="*/ 444960 w 444600"/>
              <a:gd name="textAreaTop" fmla="*/ 0 h 483840"/>
              <a:gd name="textAreaBottom" fmla="*/ 484200 h 483840"/>
              <a:gd name="GluePoint1X" fmla="*/ 0 w 445047"/>
              <a:gd name="GluePoint1Y" fmla="*/ 7231 h 484071"/>
              <a:gd name="GluePoint2X" fmla="*/ 150469 w 445047"/>
              <a:gd name="GluePoint2Y" fmla="*/ 3894 h 484071"/>
              <a:gd name="GluePoint3X" fmla="*/ 298622 w 445047"/>
              <a:gd name="GluePoint3Y" fmla="*/ 0 h 484071"/>
              <a:gd name="GluePoint4X" fmla="*/ 445047 w 445047"/>
              <a:gd name="GluePoint4Y" fmla="*/ 475293 h 484071"/>
              <a:gd name="GluePoint5X" fmla="*/ 385838 w 445047"/>
              <a:gd name="GluePoint5Y" fmla="*/ 474038 h 484071"/>
              <a:gd name="GluePoint6X" fmla="*/ 170437 w 445047"/>
              <a:gd name="GluePoint6Y" fmla="*/ 480059 h 484071"/>
              <a:gd name="GluePoint7X" fmla="*/ 0 w 445047"/>
              <a:gd name="GluePoint7Y" fmla="*/ 484071 h 484071"/>
              <a:gd name="GluePoint8X" fmla="*/ 0 w 445047"/>
              <a:gd name="GluePoint8Y" fmla="*/ 7231 h 48407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198" name="Forma libre: Forma 14"/>
          <p:cNvSpPr/>
          <p:nvPr/>
        </p:nvSpPr>
        <p:spPr>
          <a:xfrm rot="1027200">
            <a:off x="9980280" y="61560"/>
            <a:ext cx="2094840" cy="1774080"/>
          </a:xfrm>
          <a:custGeom>
            <a:avLst/>
            <a:gdLst>
              <a:gd name="textAreaLeft" fmla="*/ 0 w 2094840"/>
              <a:gd name="textAreaRight" fmla="*/ 2095200 w 2094840"/>
              <a:gd name="textAreaTop" fmla="*/ 0 h 1774080"/>
              <a:gd name="textAreaBottom" fmla="*/ 1774440 h 1774080"/>
              <a:gd name="GluePoint1X" fmla="*/ 1153060 w 2095194"/>
              <a:gd name="GluePoint1Y" fmla="*/ 16381 h 1774565"/>
              <a:gd name="GluePoint2X" fmla="*/ 1401752 w 2095194"/>
              <a:gd name="GluePoint2Y" fmla="*/ 7147 h 1774565"/>
              <a:gd name="GluePoint3X" fmla="*/ 1529515 w 2095194"/>
              <a:gd name="GluePoint3Y" fmla="*/ 38939 h 1774565"/>
              <a:gd name="GluePoint4X" fmla="*/ 1827403 w 2095194"/>
              <a:gd name="GluePoint4Y" fmla="*/ 264236 h 1774565"/>
              <a:gd name="GluePoint5X" fmla="*/ 1889019 w 2095194"/>
              <a:gd name="GluePoint5Y" fmla="*/ 938292 h 1774565"/>
              <a:gd name="GluePoint6X" fmla="*/ 1709638 w 2095194"/>
              <a:gd name="GluePoint6Y" fmla="*/ 1264901 h 1774565"/>
              <a:gd name="GluePoint7X" fmla="*/ 1970578 w 2095194"/>
              <a:gd name="GluePoint7Y" fmla="*/ 1281148 h 1774565"/>
              <a:gd name="GluePoint8X" fmla="*/ 2095194 w 2095194"/>
              <a:gd name="GluePoint8Y" fmla="*/ 1278384 h 1774565"/>
              <a:gd name="GluePoint9X" fmla="*/ 2095194 w 2095194"/>
              <a:gd name="GluePoint9Y" fmla="*/ 1755224 h 1774565"/>
              <a:gd name="GluePoint10X" fmla="*/ 1993401 w 2095194"/>
              <a:gd name="GluePoint10Y" fmla="*/ 1757620 h 1774565"/>
              <a:gd name="GluePoint11X" fmla="*/ 1716364 w 2095194"/>
              <a:gd name="GluePoint11Y" fmla="*/ 1745204 h 1774565"/>
              <a:gd name="GluePoint12X" fmla="*/ 1254730 w 2095194"/>
              <a:gd name="GluePoint12Y" fmla="*/ 1630445 h 1774565"/>
              <a:gd name="GluePoint13X" fmla="*/ 1047511 w 2095194"/>
              <a:gd name="GluePoint13Y" fmla="*/ 1710654 h 1774565"/>
              <a:gd name="GluePoint14X" fmla="*/ 80645 w 2095194"/>
              <a:gd name="GluePoint14Y" fmla="*/ 1694851 h 1774565"/>
              <a:gd name="GluePoint15X" fmla="*/ 0 w 2095194"/>
              <a:gd name="GluePoint15Y" fmla="*/ 1664121 h 1774565"/>
              <a:gd name="GluePoint16X" fmla="*/ 173567 w 2095194"/>
              <a:gd name="GluePoint16Y" fmla="*/ 1223180 h 1774565"/>
              <a:gd name="GluePoint17X" fmla="*/ 202659 w 2095194"/>
              <a:gd name="GluePoint17Y" fmla="*/ 1234788 h 1774565"/>
              <a:gd name="GluePoint18X" fmla="*/ 796766 w 2095194"/>
              <a:gd name="GluePoint18Y" fmla="*/ 1280920 h 1774565"/>
              <a:gd name="GluePoint19X" fmla="*/ 629617 w 2095194"/>
              <a:gd name="GluePoint19Y" fmla="*/ 929694 h 1774565"/>
              <a:gd name="GluePoint20X" fmla="*/ 653071 w 2095194"/>
              <a:gd name="GluePoint20Y" fmla="*/ 482287 h 1774565"/>
              <a:gd name="GluePoint21X" fmla="*/ 929005 w 2095194"/>
              <a:gd name="GluePoint21Y" fmla="*/ 111956 h 1774565"/>
              <a:gd name="GluePoint22X" fmla="*/ 1153060 w 2095194"/>
              <a:gd name="GluePoint22Y" fmla="*/ 16381 h 1774565"/>
              <a:gd name="GluePoint23X" fmla="*/ 1216669 w 2095194"/>
              <a:gd name="GluePoint23Y" fmla="*/ 494806 h 1774565"/>
              <a:gd name="GluePoint24X" fmla="*/ 1216195 w 2095194"/>
              <a:gd name="GluePoint24Y" fmla="*/ 495037 h 1774565"/>
              <a:gd name="GluePoint25X" fmla="*/ 1216347 w 2095194"/>
              <a:gd name="GluePoint25Y" fmla="*/ 494993 h 1774565"/>
              <a:gd name="GluePoint26X" fmla="*/ 1197479 w 2095194"/>
              <a:gd name="GluePoint26Y" fmla="*/ 505958 h 1774565"/>
              <a:gd name="GluePoint27X" fmla="*/ 1093171 w 2095194"/>
              <a:gd name="GluePoint27Y" fmla="*/ 824086 h 1774565"/>
              <a:gd name="GluePoint28X" fmla="*/ 1245789 w 2095194"/>
              <a:gd name="GluePoint28Y" fmla="*/ 1070051 h 1774565"/>
              <a:gd name="GluePoint29X" fmla="*/ 1441608 w 2095194"/>
              <a:gd name="GluePoint29Y" fmla="*/ 783045 h 1774565"/>
              <a:gd name="GluePoint30X" fmla="*/ 1437846 w 2095194"/>
              <a:gd name="GluePoint30Y" fmla="*/ 533081 h 1774565"/>
              <a:gd name="GluePoint31X" fmla="*/ 1340026 w 2095194"/>
              <a:gd name="GluePoint31Y" fmla="*/ 478575 h 1774565"/>
              <a:gd name="GluePoint32X" fmla="*/ 1276612 w 2095194"/>
              <a:gd name="GluePoint32Y" fmla="*/ 477446 h 1774565"/>
              <a:gd name="GluePoint33X" fmla="*/ 1216347 w 2095194"/>
              <a:gd name="GluePoint33Y" fmla="*/ 494993 h 1774565"/>
              <a:gd name="GluePoint34X" fmla="*/ 1216669 w 2095194"/>
              <a:gd name="GluePoint34Y" fmla="*/ 494806 h 17745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2">
    <p:bg>
      <p:bgPr>
        <a:solidFill>
          <a:srgbClr val="f7f7f7"/>
        </a:solidFill>
      </p:bgPr>
    </p:bg>
    <p:spTree>
      <p:nvGrpSpPr>
        <p:cNvPr id="1" name=""/>
        <p:cNvGrpSpPr/>
        <p:nvPr/>
      </p:nvGrpSpPr>
      <p:grpSpPr>
        <a:xfrm>
          <a:off x="0" y="0"/>
          <a:ext cx="0" cy="0"/>
          <a:chOff x="0" y="0"/>
          <a:chExt cx="0" cy="0"/>
        </a:xfrm>
      </p:grpSpPr>
      <p:sp>
        <p:nvSpPr>
          <p:cNvPr id="199" name="PlaceHolder 1"/>
          <p:cNvSpPr>
            <a:spLocks noGrp="1"/>
          </p:cNvSpPr>
          <p:nvPr>
            <p:ph type="title"/>
          </p:nvPr>
        </p:nvSpPr>
        <p:spPr>
          <a:xfrm>
            <a:off x="5346720" y="3331440"/>
            <a:ext cx="6295320" cy="2065320"/>
          </a:xfrm>
          <a:prstGeom prst="rect">
            <a:avLst/>
          </a:prstGeom>
          <a:noFill/>
          <a:ln w="0">
            <a:noFill/>
          </a:ln>
        </p:spPr>
        <p:txBody>
          <a:bodyPr lIns="91440" rIns="91440" tIns="45720" bIns="45720" anchor="b">
            <a:noAutofit/>
          </a:bodyPr>
          <a:p>
            <a:pPr indent="0" defTabSz="914400">
              <a:lnSpc>
                <a:spcPct val="90000"/>
              </a:lnSpc>
              <a:buNone/>
            </a:pPr>
            <a:r>
              <a:rPr lang="es" sz="5200" b="0" u="none" strike="noStrike" cap="all">
                <a:solidFill>
                  <a:schemeClr val="dk1"/>
                </a:solidFill>
                <a:effectLst/>
                <a:uFillTx/>
                <a:latin typeface="Verdana Pro Black"/>
              </a:rPr>
              <a:t>Haga clic para modificar el estilo de título del patrón</a:t>
            </a:r>
            <a:endParaRPr lang="en-US" sz="5200" b="0" u="none" strike="noStrike">
              <a:solidFill>
                <a:schemeClr val="dk1"/>
              </a:solidFill>
              <a:effectLst/>
              <a:uFillTx/>
              <a:latin typeface="Corbel"/>
            </a:endParaRPr>
          </a:p>
        </p:txBody>
      </p:sp>
      <p:sp>
        <p:nvSpPr>
          <p:cNvPr id="200" name="Forma libre: Forma 7"/>
          <p:cNvSpPr/>
          <p:nvPr/>
        </p:nvSpPr>
        <p:spPr>
          <a:xfrm>
            <a:off x="10661040" y="1378080"/>
            <a:ext cx="360" cy="360"/>
          </a:xfrm>
          <a:custGeom>
            <a:avLst/>
            <a:gdLst>
              <a:gd name="textAreaLeft" fmla="*/ 0 w 360"/>
              <a:gd name="textAreaRight" fmla="*/ 720 w 360"/>
              <a:gd name="textAreaTop" fmla="*/ 0 h 360"/>
              <a:gd name="textAreaBottom" fmla="*/ 720 h 360"/>
              <a:gd name="GluePoint1X" fmla="*/ 343 w 343"/>
              <a:gd name="GluePoint1Y" fmla="*/ 0 h 374"/>
              <a:gd name="GluePoint2X" fmla="*/ 107 w 343"/>
              <a:gd name="GluePoint2Y" fmla="*/ 293 h 374"/>
              <a:gd name="GluePoint3X" fmla="*/ 0 w 343"/>
              <a:gd name="GluePoint3Y" fmla="*/ 374 h 374"/>
              <a:gd name="GluePoint4X" fmla="*/ 343 w 343"/>
              <a:gd name="GluePoint4Y" fmla="*/ 0 h 3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43" h="374">
                <a:moveTo>
                  <a:pt x="343" y="0"/>
                </a:moveTo>
                <a:lnTo>
                  <a:pt x="107" y="293"/>
                </a:lnTo>
                <a:lnTo>
                  <a:pt x="0" y="374"/>
                </a:lnTo>
                <a:lnTo>
                  <a:pt x="343"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1" name="Forma libre: Forma 8"/>
          <p:cNvSpPr/>
          <p:nvPr/>
        </p:nvSpPr>
        <p:spPr>
          <a:xfrm>
            <a:off x="10661040" y="1378080"/>
            <a:ext cx="360" cy="360"/>
          </a:xfrm>
          <a:custGeom>
            <a:avLst/>
            <a:gdLst>
              <a:gd name="textAreaLeft" fmla="*/ 0 w 360"/>
              <a:gd name="textAreaRight" fmla="*/ 720 w 360"/>
              <a:gd name="textAreaTop" fmla="*/ 0 h 360"/>
              <a:gd name="textAreaBottom" fmla="*/ 720 h 360"/>
              <a:gd name="GluePoint1X" fmla="*/ 343 w 343"/>
              <a:gd name="GluePoint1Y" fmla="*/ 0 h 374"/>
              <a:gd name="GluePoint2X" fmla="*/ 107 w 343"/>
              <a:gd name="GluePoint2Y" fmla="*/ 293 h 374"/>
              <a:gd name="GluePoint3X" fmla="*/ 0 w 343"/>
              <a:gd name="GluePoint3Y" fmla="*/ 374 h 374"/>
              <a:gd name="GluePoint4X" fmla="*/ 343 w 343"/>
              <a:gd name="GluePoint4Y" fmla="*/ 0 h 3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43" h="374">
                <a:moveTo>
                  <a:pt x="343" y="0"/>
                </a:moveTo>
                <a:lnTo>
                  <a:pt x="107" y="293"/>
                </a:lnTo>
                <a:lnTo>
                  <a:pt x="0" y="374"/>
                </a:lnTo>
                <a:lnTo>
                  <a:pt x="343"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2" name="Forma libre: Forma 9"/>
          <p:cNvSpPr/>
          <p:nvPr/>
        </p:nvSpPr>
        <p:spPr>
          <a:xfrm>
            <a:off x="0" y="440280"/>
            <a:ext cx="1786680" cy="4665960"/>
          </a:xfrm>
          <a:custGeom>
            <a:avLst/>
            <a:gdLst>
              <a:gd name="textAreaLeft" fmla="*/ 0 w 1786680"/>
              <a:gd name="textAreaRight" fmla="*/ 1787040 w 1786680"/>
              <a:gd name="textAreaTop" fmla="*/ 0 h 4665960"/>
              <a:gd name="textAreaBottom" fmla="*/ 4666320 h 4665960"/>
              <a:gd name="GluePoint1X" fmla="*/ 0 w 1786996"/>
              <a:gd name="GluePoint1Y" fmla="*/ 0 h 4666392"/>
              <a:gd name="GluePoint2X" fmla="*/ 103818 w 1786996"/>
              <a:gd name="GluePoint2Y" fmla="*/ 63442 h 4666392"/>
              <a:gd name="GluePoint3X" fmla="*/ 311520 w 1786996"/>
              <a:gd name="GluePoint3Y" fmla="*/ 223245 h 4666392"/>
              <a:gd name="GluePoint4X" fmla="*/ 1002657 w 1786996"/>
              <a:gd name="GluePoint4Y" fmla="*/ 1371980 h 4666392"/>
              <a:gd name="GluePoint5X" fmla="*/ 1224323 w 1786996"/>
              <a:gd name="GluePoint5Y" fmla="*/ 2475149 h 4666392"/>
              <a:gd name="GluePoint6X" fmla="*/ 1684442 w 1786996"/>
              <a:gd name="GluePoint6Y" fmla="*/ 4097350 h 4666392"/>
              <a:gd name="GluePoint7X" fmla="*/ 1786996 w 1786996"/>
              <a:gd name="GluePoint7Y" fmla="*/ 4250659 h 4666392"/>
              <a:gd name="GluePoint8X" fmla="*/ 1365128 w 1786996"/>
              <a:gd name="GluePoint8Y" fmla="*/ 4666392 h 4666392"/>
              <a:gd name="GluePoint9X" fmla="*/ 1352498 w 1786996"/>
              <a:gd name="GluePoint9Y" fmla="*/ 4651000 h 4666392"/>
              <a:gd name="GluePoint10X" fmla="*/ 646433 w 1786996"/>
              <a:gd name="GluePoint10Y" fmla="*/ 2564030 h 4666392"/>
              <a:gd name="GluePoint11X" fmla="*/ 441974 w 1786996"/>
              <a:gd name="GluePoint11Y" fmla="*/ 1538151 h 4666392"/>
              <a:gd name="GluePoint12X" fmla="*/ 8304 w 1786996"/>
              <a:gd name="GluePoint12Y" fmla="*/ 742216 h 4666392"/>
              <a:gd name="GluePoint13X" fmla="*/ 0 w 1786996"/>
              <a:gd name="GluePoint13Y" fmla="*/ 734233 h 4666392"/>
              <a:gd name="GluePoint14X" fmla="*/ 0 w 1786996"/>
              <a:gd name="GluePoint14Y" fmla="*/ 0 h 46663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3" name="Forma libre: Forma 10"/>
          <p:cNvSpPr/>
          <p:nvPr/>
        </p:nvSpPr>
        <p:spPr>
          <a:xfrm rot="2764200">
            <a:off x="1585440" y="4559400"/>
            <a:ext cx="2097720" cy="1542960"/>
          </a:xfrm>
          <a:custGeom>
            <a:avLst/>
            <a:gdLst>
              <a:gd name="textAreaLeft" fmla="*/ 0 w 2097720"/>
              <a:gd name="textAreaRight" fmla="*/ 2098080 w 2097720"/>
              <a:gd name="textAreaTop" fmla="*/ 0 h 1542960"/>
              <a:gd name="textAreaBottom" fmla="*/ 1543320 h 1542960"/>
              <a:gd name="GluePoint1X" fmla="*/ 0 w 2098078"/>
              <a:gd name="GluePoint1Y" fmla="*/ 937894 h 1543205"/>
              <a:gd name="GluePoint2X" fmla="*/ 57389 w 2098078"/>
              <a:gd name="GluePoint2Y" fmla="*/ 948173 h 1543205"/>
              <a:gd name="GluePoint3X" fmla="*/ 984878 w 2098078"/>
              <a:gd name="GluePoint3Y" fmla="*/ 771250 h 1543205"/>
              <a:gd name="GluePoint4X" fmla="*/ 1507098 w 2098078"/>
              <a:gd name="GluePoint4Y" fmla="*/ 136811 h 1543205"/>
              <a:gd name="GluePoint5X" fmla="*/ 1525655 w 2098078"/>
              <a:gd name="GluePoint5Y" fmla="*/ 19495 h 1543205"/>
              <a:gd name="GluePoint6X" fmla="*/ 1526207 w 2098078"/>
              <a:gd name="GluePoint6Y" fmla="*/ 0 h 1543205"/>
              <a:gd name="GluePoint7X" fmla="*/ 2098078 w 2098078"/>
              <a:gd name="GluePoint7Y" fmla="*/ 142312 h 1543205"/>
              <a:gd name="GluePoint8X" fmla="*/ 2077395 w 2098078"/>
              <a:gd name="GluePoint8Y" fmla="*/ 265811 h 1543205"/>
              <a:gd name="GluePoint9X" fmla="*/ 1748052 w 2098078"/>
              <a:gd name="GluePoint9Y" fmla="*/ 905297 h 1543205"/>
              <a:gd name="GluePoint10X" fmla="*/ 1748364 w 2098078"/>
              <a:gd name="GluePoint10Y" fmla="*/ 902971 h 1543205"/>
              <a:gd name="GluePoint11X" fmla="*/ 1265175 w 2098078"/>
              <a:gd name="GluePoint11Y" fmla="*/ 1284293 h 1543205"/>
              <a:gd name="GluePoint12X" fmla="*/ 150117 w 2098078"/>
              <a:gd name="GluePoint12Y" fmla="*/ 1541581 h 1543205"/>
              <a:gd name="GluePoint13X" fmla="*/ 6676 w 2098078"/>
              <a:gd name="GluePoint13Y" fmla="*/ 1530146 h 1543205"/>
              <a:gd name="GluePoint14X" fmla="*/ 0 w 2098078"/>
              <a:gd name="GluePoint14Y" fmla="*/ 937894 h 15432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4" name="Forma libre: Forma 11"/>
          <p:cNvSpPr/>
          <p:nvPr/>
        </p:nvSpPr>
        <p:spPr>
          <a:xfrm rot="2764200">
            <a:off x="1680480" y="691200"/>
            <a:ext cx="4259160" cy="4057200"/>
          </a:xfrm>
          <a:custGeom>
            <a:avLst/>
            <a:gdLst>
              <a:gd name="textAreaLeft" fmla="*/ 0 w 4259160"/>
              <a:gd name="textAreaRight" fmla="*/ 4259520 w 4259160"/>
              <a:gd name="textAreaTop" fmla="*/ 0 h 4057200"/>
              <a:gd name="textAreaBottom" fmla="*/ 4057560 h 4057200"/>
              <a:gd name="GluePoint1X" fmla="*/ 219347 w 4259634"/>
              <a:gd name="GluePoint1Y" fmla="*/ 332112 h 4057556"/>
              <a:gd name="GluePoint2X" fmla="*/ 461132 w 4259634"/>
              <a:gd name="GluePoint2Y" fmla="*/ 142591 h 4057556"/>
              <a:gd name="GluePoint3X" fmla="*/ 996504 w 4259634"/>
              <a:gd name="GluePoint3Y" fmla="*/ 212 h 4057556"/>
              <a:gd name="GluePoint4X" fmla="*/ 1184588 w 4259634"/>
              <a:gd name="GluePoint4Y" fmla="*/ 10673 h 4057556"/>
              <a:gd name="GluePoint5X" fmla="*/ 1267317 w 4259634"/>
              <a:gd name="GluePoint5Y" fmla="*/ 25547 h 4057556"/>
              <a:gd name="GluePoint6X" fmla="*/ 1267317 w 4259634"/>
              <a:gd name="GluePoint6Y" fmla="*/ 621561 h 4057556"/>
              <a:gd name="GluePoint7X" fmla="*/ 1264061 w 4259634"/>
              <a:gd name="GluePoint7Y" fmla="*/ 620663 h 4057556"/>
              <a:gd name="GluePoint8X" fmla="*/ 1007338 w 4259634"/>
              <a:gd name="GluePoint8Y" fmla="*/ 585479 h 4057556"/>
              <a:gd name="GluePoint9X" fmla="*/ 603339 w 4259634"/>
              <a:gd name="GluePoint9Y" fmla="*/ 800910 h 4057556"/>
              <a:gd name="GluePoint10X" fmla="*/ 645587 w 4259634"/>
              <a:gd name="GluePoint10Y" fmla="*/ 1150589 h 4057556"/>
              <a:gd name="GluePoint11X" fmla="*/ 1152754 w 4259634"/>
              <a:gd name="GluePoint11Y" fmla="*/ 1602447 h 4057556"/>
              <a:gd name="GluePoint12X" fmla="*/ 1999912 w 4259634"/>
              <a:gd name="GluePoint12Y" fmla="*/ 1831952 h 4057556"/>
              <a:gd name="GluePoint13X" fmla="*/ 2902064 w 4259634"/>
              <a:gd name="GluePoint13Y" fmla="*/ 2078633 h 4057556"/>
              <a:gd name="GluePoint14X" fmla="*/ 3916012 w 4259634"/>
              <a:gd name="GluePoint14Y" fmla="*/ 2868593 h 4057556"/>
              <a:gd name="GluePoint15X" fmla="*/ 4250603 w 4259634"/>
              <a:gd name="GluePoint15Y" fmla="*/ 4011882 h 4057556"/>
              <a:gd name="GluePoint16X" fmla="*/ 4242954 w 4259634"/>
              <a:gd name="GluePoint16Y" fmla="*/ 4057556 h 4057556"/>
              <a:gd name="GluePoint17X" fmla="*/ 3671083 w 4259634"/>
              <a:gd name="GluePoint17Y" fmla="*/ 3915244 h 4057556"/>
              <a:gd name="GluePoint18X" fmla="*/ 3673797 w 4259634"/>
              <a:gd name="GluePoint18Y" fmla="*/ 3819485 h 4057556"/>
              <a:gd name="GluePoint19X" fmla="*/ 2667349 w 4259634"/>
              <a:gd name="GluePoint19Y" fmla="*/ 2613430 h 4057556"/>
              <a:gd name="GluePoint20X" fmla="*/ 1885093 w 4259634"/>
              <a:gd name="GluePoint20Y" fmla="*/ 2404608 h 4057556"/>
              <a:gd name="GluePoint21X" fmla="*/ 918040 w 4259634"/>
              <a:gd name="GluePoint21Y" fmla="*/ 2137236 h 4057556"/>
              <a:gd name="GluePoint22X" fmla="*/ 120755 w 4259634"/>
              <a:gd name="GluePoint22Y" fmla="*/ 1406992 h 4057556"/>
              <a:gd name="GluePoint23X" fmla="*/ 62139 w 4259634"/>
              <a:gd name="GluePoint23Y" fmla="*/ 579743 h 4057556"/>
              <a:gd name="GluePoint24X" fmla="*/ 219347 w 4259634"/>
              <a:gd name="GluePoint24Y" fmla="*/ 332112 h 4057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Lst>
            <a:rect l="textAreaLeft" t="textAreaTop" r="textAreaRight" b="textAreaBottom"/>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5" name="Forma libre: Forma 12"/>
          <p:cNvSpPr/>
          <p:nvPr/>
        </p:nvSpPr>
        <p:spPr>
          <a:xfrm rot="377400">
            <a:off x="8485200" y="-63360"/>
            <a:ext cx="1086480" cy="1312560"/>
          </a:xfrm>
          <a:custGeom>
            <a:avLst/>
            <a:gdLst>
              <a:gd name="textAreaLeft" fmla="*/ 0 w 1086480"/>
              <a:gd name="textAreaRight" fmla="*/ 1086840 w 1086480"/>
              <a:gd name="textAreaTop" fmla="*/ 0 h 1312560"/>
              <a:gd name="textAreaBottom" fmla="*/ 1312920 h 1312560"/>
              <a:gd name="GluePoint1X" fmla="*/ 369507 w 1087018"/>
              <a:gd name="GluePoint1Y" fmla="*/ 79092 h 1312796"/>
              <a:gd name="GluePoint2X" fmla="*/ 1087018 w 1087018"/>
              <a:gd name="GluePoint2Y" fmla="*/ 0 h 1312796"/>
              <a:gd name="GluePoint3X" fmla="*/ 1007585 w 1087018"/>
              <a:gd name="GluePoint3Y" fmla="*/ 63326 h 1312796"/>
              <a:gd name="GluePoint4X" fmla="*/ 669244 w 1087018"/>
              <a:gd name="GluePoint4Y" fmla="*/ 441433 h 1312796"/>
              <a:gd name="GluePoint5X" fmla="*/ 454121 w 1087018"/>
              <a:gd name="GluePoint5Y" fmla="*/ 1173301 h 1312796"/>
              <a:gd name="GluePoint6X" fmla="*/ 461858 w 1087018"/>
              <a:gd name="GluePoint6Y" fmla="*/ 1312796 h 1312796"/>
              <a:gd name="GluePoint7X" fmla="*/ 8152 w 1087018"/>
              <a:gd name="GluePoint7Y" fmla="*/ 1312796 h 1312796"/>
              <a:gd name="GluePoint8X" fmla="*/ 0 w 1087018"/>
              <a:gd name="GluePoint8Y" fmla="*/ 1172204 h 1312796"/>
              <a:gd name="GluePoint9X" fmla="*/ 13206 w 1087018"/>
              <a:gd name="GluePoint9Y" fmla="*/ 960047 h 1312796"/>
              <a:gd name="GluePoint10X" fmla="*/ 287321 w 1087018"/>
              <a:gd name="GluePoint10Y" fmla="*/ 195621 h 1312796"/>
              <a:gd name="GluePoint11X" fmla="*/ 369507 w 1087018"/>
              <a:gd name="GluePoint11Y" fmla="*/ 79092 h 131279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6" name="Forma libre: Forma 13"/>
          <p:cNvSpPr/>
          <p:nvPr/>
        </p:nvSpPr>
        <p:spPr>
          <a:xfrm rot="377400">
            <a:off x="8363520" y="808920"/>
            <a:ext cx="3841560" cy="2070000"/>
          </a:xfrm>
          <a:custGeom>
            <a:avLst/>
            <a:gdLst>
              <a:gd name="textAreaLeft" fmla="*/ 0 w 3841560"/>
              <a:gd name="textAreaRight" fmla="*/ 3841920 w 3841560"/>
              <a:gd name="textAreaTop" fmla="*/ 0 h 2070000"/>
              <a:gd name="textAreaBottom" fmla="*/ 2070360 h 2070000"/>
              <a:gd name="GluePoint1X" fmla="*/ 2311234 w 3841810"/>
              <a:gd name="GluePoint1Y" fmla="*/ 5633 h 2070220"/>
              <a:gd name="GluePoint2X" fmla="*/ 2663336 w 3841810"/>
              <a:gd name="GluePoint2Y" fmla="*/ 66314 h 2070220"/>
              <a:gd name="GluePoint3X" fmla="*/ 3010498 w 3841810"/>
              <a:gd name="GluePoint3Y" fmla="*/ 612421 h 2070220"/>
              <a:gd name="GluePoint4X" fmla="*/ 3000586 w 3841810"/>
              <a:gd name="GluePoint4Y" fmla="*/ 968987 h 2070220"/>
              <a:gd name="GluePoint5X" fmla="*/ 3461356 w 3841810"/>
              <a:gd name="GluePoint5Y" fmla="*/ 742043 h 2070220"/>
              <a:gd name="GluePoint6X" fmla="*/ 3728532 w 3841810"/>
              <a:gd name="GluePoint6Y" fmla="*/ 597470 h 2070220"/>
              <a:gd name="GluePoint7X" fmla="*/ 3788422 w 3841810"/>
              <a:gd name="GluePoint7Y" fmla="*/ 569376 h 2070220"/>
              <a:gd name="GluePoint8X" fmla="*/ 3841810 w 3841810"/>
              <a:gd name="GluePoint8Y" fmla="*/ 1053701 h 2070220"/>
              <a:gd name="GluePoint9X" fmla="*/ 3686541 w 3841810"/>
              <a:gd name="GluePoint9Y" fmla="*/ 1138183 h 2070220"/>
              <a:gd name="GluePoint10X" fmla="*/ 3216300 w 3841810"/>
              <a:gd name="GluePoint10Y" fmla="*/ 1374457 h 2070220"/>
              <a:gd name="GluePoint11X" fmla="*/ 2773115 w 3841810"/>
              <a:gd name="GluePoint11Y" fmla="*/ 1479735 h 2070220"/>
              <a:gd name="GluePoint12X" fmla="*/ 2631767 w 3841810"/>
              <a:gd name="GluePoint12Y" fmla="*/ 1639005 h 2070220"/>
              <a:gd name="GluePoint13X" fmla="*/ 1497925 w 3841810"/>
              <a:gd name="GluePoint13Y" fmla="*/ 2068390 h 2070220"/>
              <a:gd name="GluePoint14X" fmla="*/ 653238 w 3841810"/>
              <a:gd name="GluePoint14Y" fmla="*/ 1757134 h 2070220"/>
              <a:gd name="GluePoint15X" fmla="*/ 102700 w 3841810"/>
              <a:gd name="GluePoint15Y" fmla="*/ 1047717 h 2070220"/>
              <a:gd name="GluePoint16X" fmla="*/ 3936 w 3841810"/>
              <a:gd name="GluePoint16Y" fmla="*/ 653323 h 2070220"/>
              <a:gd name="GluePoint17X" fmla="*/ 0 w 3841810"/>
              <a:gd name="GluePoint17Y" fmla="*/ 585426 h 2070220"/>
              <a:gd name="GluePoint18X" fmla="*/ 453706 w 3841810"/>
              <a:gd name="GluePoint18Y" fmla="*/ 585426 h 2070220"/>
              <a:gd name="GluePoint19X" fmla="*/ 454297 w 3841810"/>
              <a:gd name="GluePoint19Y" fmla="*/ 596068 h 2070220"/>
              <a:gd name="GluePoint20X" fmla="*/ 524560 w 3841810"/>
              <a:gd name="GluePoint20Y" fmla="*/ 880594 h 2070220"/>
              <a:gd name="GluePoint21X" fmla="*/ 1521054 w 3841810"/>
              <a:gd name="GluePoint21Y" fmla="*/ 1614616 h 2070220"/>
              <a:gd name="GluePoint22X" fmla="*/ 2230407 w 3841810"/>
              <a:gd name="GluePoint22Y" fmla="*/ 1383767 h 2070220"/>
              <a:gd name="GluePoint23X" fmla="*/ 1934559 w 3841810"/>
              <a:gd name="GluePoint23Y" fmla="*/ 1158560 h 2070220"/>
              <a:gd name="GluePoint24X" fmla="*/ 1758908 w 3841810"/>
              <a:gd name="GluePoint24Y" fmla="*/ 767797 h 2070220"/>
              <a:gd name="GluePoint25X" fmla="*/ 1831917 w 3841810"/>
              <a:gd name="GluePoint25Y" fmla="*/ 331625 h 2070220"/>
              <a:gd name="GluePoint26X" fmla="*/ 2188561 w 3841810"/>
              <a:gd name="GluePoint26Y" fmla="*/ 34742 h 2070220"/>
              <a:gd name="GluePoint27X" fmla="*/ 2311234 w 3841810"/>
              <a:gd name="GluePoint27Y" fmla="*/ 5633 h 2070220"/>
              <a:gd name="GluePoint28X" fmla="*/ 2398827 w 3841810"/>
              <a:gd name="GluePoint28Y" fmla="*/ 453790 h 2070220"/>
              <a:gd name="GluePoint29X" fmla="*/ 2287645 w 3841810"/>
              <a:gd name="GluePoint29Y" fmla="*/ 489664 h 2070220"/>
              <a:gd name="GluePoint30X" fmla="*/ 2244000 w 3841810"/>
              <a:gd name="GluePoint30Y" fmla="*/ 531082 h 2070220"/>
              <a:gd name="GluePoint31X" fmla="*/ 2244203 w 3841810"/>
              <a:gd name="GluePoint31Y" fmla="*/ 530765 h 2070220"/>
              <a:gd name="GluePoint32X" fmla="*/ 2243903 w 3841810"/>
              <a:gd name="GluePoint32Y" fmla="*/ 531174 h 2070220"/>
              <a:gd name="GluePoint33X" fmla="*/ 2244000 w 3841810"/>
              <a:gd name="GluePoint33Y" fmla="*/ 531082 h 2070220"/>
              <a:gd name="GluePoint34X" fmla="*/ 2232741 w 3841810"/>
              <a:gd name="GluePoint34Y" fmla="*/ 548688 h 2070220"/>
              <a:gd name="GluePoint35X" fmla="*/ 2283023 w 3841810"/>
              <a:gd name="GluePoint35Y" fmla="*/ 865043 h 2070220"/>
              <a:gd name="GluePoint36X" fmla="*/ 2520486 w 3841810"/>
              <a:gd name="GluePoint36Y" fmla="*/ 1007132 h 2070220"/>
              <a:gd name="GluePoint37X" fmla="*/ 2561717 w 3841810"/>
              <a:gd name="GluePoint37Y" fmla="*/ 677019 h 2070220"/>
              <a:gd name="GluePoint38X" fmla="*/ 2449232 w 3841810"/>
              <a:gd name="GluePoint38Y" fmla="*/ 466112 h 2070220"/>
              <a:gd name="GluePoint39X" fmla="*/ 2398827 w 3841810"/>
              <a:gd name="GluePoint39Y" fmla="*/ 453790 h 20702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Lst>
            <a:rect l="textAreaLeft" t="textAreaTop" r="textAreaRight" b="textAreaBottom"/>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207" name="Forma libre: Forma 17"/>
          <p:cNvSpPr/>
          <p:nvPr/>
        </p:nvSpPr>
        <p:spPr>
          <a:xfrm rot="2764200">
            <a:off x="4766400" y="-385200"/>
            <a:ext cx="2066040" cy="2851920"/>
          </a:xfrm>
          <a:custGeom>
            <a:avLst/>
            <a:gdLst>
              <a:gd name="textAreaLeft" fmla="*/ 0 w 2066040"/>
              <a:gd name="textAreaRight" fmla="*/ 2066400 w 2066040"/>
              <a:gd name="textAreaTop" fmla="*/ 0 h 2851920"/>
              <a:gd name="textAreaBottom" fmla="*/ 2852280 h 2851920"/>
              <a:gd name="GluePoint1X" fmla="*/ 553926 w 2066549"/>
              <a:gd name="GluePoint1Y" fmla="*/ 423257 h 2852272"/>
              <a:gd name="GluePoint2X" fmla="*/ 961725 w 2066549"/>
              <a:gd name="GluePoint2Y" fmla="*/ 0 h 2852272"/>
              <a:gd name="GluePoint3X" fmla="*/ 1021082 w 2066549"/>
              <a:gd name="GluePoint3Y" fmla="*/ 68912 h 2852272"/>
              <a:gd name="GluePoint4X" fmla="*/ 1111072 w 2066549"/>
              <a:gd name="GluePoint4Y" fmla="*/ 170333 h 2852272"/>
              <a:gd name="GluePoint5X" fmla="*/ 2060878 w 2066549"/>
              <a:gd name="GluePoint5Y" fmla="*/ 1970501 h 2852272"/>
              <a:gd name="GluePoint6X" fmla="*/ 1640107 w 2066549"/>
              <a:gd name="GluePoint6Y" fmla="*/ 2656896 h 2852272"/>
              <a:gd name="GluePoint7X" fmla="*/ 286734 w 2066549"/>
              <a:gd name="GluePoint7Y" fmla="*/ 2701018 h 2852272"/>
              <a:gd name="GluePoint8X" fmla="*/ 138732 w 2066549"/>
              <a:gd name="GluePoint8Y" fmla="*/ 2654962 h 2852272"/>
              <a:gd name="GluePoint9X" fmla="*/ 0 w 2066549"/>
              <a:gd name="GluePoint9Y" fmla="*/ 2616712 h 2852272"/>
              <a:gd name="GluePoint10X" fmla="*/ 0 w 2066549"/>
              <a:gd name="GluePoint10Y" fmla="*/ 2020699 h 2852272"/>
              <a:gd name="GluePoint11X" fmla="*/ 102546 w 2066549"/>
              <a:gd name="GluePoint11Y" fmla="*/ 2039137 h 2852272"/>
              <a:gd name="GluePoint12X" fmla="*/ 464200 w 2066549"/>
              <a:gd name="GluePoint12Y" fmla="*/ 2142745 h 2852272"/>
              <a:gd name="GluePoint13X" fmla="*/ 1297330 w 2066549"/>
              <a:gd name="GluePoint13Y" fmla="*/ 2182440 h 2852272"/>
              <a:gd name="GluePoint14X" fmla="*/ 1479167 w 2066549"/>
              <a:gd name="GluePoint14Y" fmla="*/ 1907652 h 2852272"/>
              <a:gd name="GluePoint15X" fmla="*/ 1244562 w 2066549"/>
              <a:gd name="GluePoint15Y" fmla="*/ 1266824 h 2852272"/>
              <a:gd name="GluePoint16X" fmla="*/ 674977 w 2066549"/>
              <a:gd name="GluePoint16Y" fmla="*/ 560103 h 2852272"/>
              <a:gd name="GluePoint17X" fmla="*/ 579902 w 2066549"/>
              <a:gd name="GluePoint17Y" fmla="*/ 453268 h 2852272"/>
              <a:gd name="GluePoint18X" fmla="*/ 553926 w 2066549"/>
              <a:gd name="GluePoint18Y" fmla="*/ 423257 h 28522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9">
    <p:bg>
      <p:bgPr>
        <a:solidFill>
          <a:srgbClr val="f7f7f7"/>
        </a:solidFill>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633960" y="635040"/>
            <a:ext cx="2878200" cy="1845720"/>
          </a:xfrm>
          <a:prstGeom prst="rect">
            <a:avLst/>
          </a:prstGeom>
          <a:noFill/>
          <a:ln w="0">
            <a:noFill/>
          </a:ln>
        </p:spPr>
        <p:txBody>
          <a:bodyPr lIns="91440" rIns="91440" tIns="45720" bIns="45720" anchor="t">
            <a:normAutofit fontScale="85000" lnSpcReduction="1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09" name="PlaceHolder 2"/>
          <p:cNvSpPr>
            <a:spLocks noGrp="1"/>
          </p:cNvSpPr>
          <p:nvPr>
            <p:ph type="body"/>
          </p:nvPr>
        </p:nvSpPr>
        <p:spPr>
          <a:xfrm>
            <a:off x="4019400" y="635040"/>
            <a:ext cx="7538040" cy="1869840"/>
          </a:xfrm>
          <a:prstGeom prst="rect">
            <a:avLst/>
          </a:prstGeom>
          <a:noFill/>
          <a:ln w="0">
            <a:noFill/>
          </a:ln>
        </p:spPr>
        <p:txBody>
          <a:bodyPr lIns="91440" rIns="91440" tIns="45720" bIns="45720" anchor="t">
            <a:normAutofit lnSpcReduction="9999"/>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10" name="PlaceHolder 3"/>
          <p:cNvSpPr>
            <a:spLocks noGrp="1"/>
          </p:cNvSpPr>
          <p:nvPr>
            <p:ph type="body"/>
          </p:nvPr>
        </p:nvSpPr>
        <p:spPr>
          <a:xfrm>
            <a:off x="612720" y="3230280"/>
            <a:ext cx="10972440" cy="3022200"/>
          </a:xfrm>
          <a:prstGeom prst="rect">
            <a:avLst/>
          </a:prstGeom>
          <a:blipFill rotWithShape="0">
            <a:blip r:embed="rId2">
              <a:alphaModFix amt="85000"/>
            </a:blip>
            <a:stretch>
              <a:fillRect l="-1" t="-58165" r="-1" b="-58165"/>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11" name="PlaceHolder 4"/>
          <p:cNvSpPr>
            <a:spLocks noGrp="1"/>
          </p:cNvSpPr>
          <p:nvPr>
            <p:ph type="dt" idx="58"/>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12" name="PlaceHolder 5"/>
          <p:cNvSpPr>
            <a:spLocks noGrp="1"/>
          </p:cNvSpPr>
          <p:nvPr>
            <p:ph type="ftr" idx="59"/>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13" name="PlaceHolder 6"/>
          <p:cNvSpPr>
            <a:spLocks noGrp="1"/>
          </p:cNvSpPr>
          <p:nvPr>
            <p:ph type="sldNum" idx="60"/>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0">
    <p:bg>
      <p:bgPr>
        <a:solidFill>
          <a:srgbClr val="f7f7f7"/>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633960" y="631800"/>
            <a:ext cx="6595200" cy="111600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15" name="PlaceHolder 2"/>
          <p:cNvSpPr>
            <a:spLocks noGrp="1"/>
          </p:cNvSpPr>
          <p:nvPr>
            <p:ph type="body"/>
          </p:nvPr>
        </p:nvSpPr>
        <p:spPr>
          <a:xfrm>
            <a:off x="633960" y="2129400"/>
            <a:ext cx="6595200" cy="4093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16" name="PlaceHolder 3"/>
          <p:cNvSpPr>
            <a:spLocks noGrp="1"/>
          </p:cNvSpPr>
          <p:nvPr>
            <p:ph type="body"/>
          </p:nvPr>
        </p:nvSpPr>
        <p:spPr>
          <a:xfrm>
            <a:off x="8147880" y="635040"/>
            <a:ext cx="3395880" cy="55875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17" name="PlaceHolder 4"/>
          <p:cNvSpPr>
            <a:spLocks noGrp="1"/>
          </p:cNvSpPr>
          <p:nvPr>
            <p:ph type="dt" idx="61"/>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18" name="PlaceHolder 5"/>
          <p:cNvSpPr>
            <a:spLocks noGrp="1"/>
          </p:cNvSpPr>
          <p:nvPr>
            <p:ph type="ftr" idx="62"/>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19" name="PlaceHolder 6"/>
          <p:cNvSpPr>
            <a:spLocks noGrp="1"/>
          </p:cNvSpPr>
          <p:nvPr>
            <p:ph type="sldNum" idx="63"/>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1">
    <p:bg>
      <p:bgPr>
        <a:solidFill>
          <a:srgbClr val="f7f7f7"/>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4983840" y="653760"/>
            <a:ext cx="6595200" cy="109404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21" name="PlaceHolder 2"/>
          <p:cNvSpPr>
            <a:spLocks noGrp="1"/>
          </p:cNvSpPr>
          <p:nvPr>
            <p:ph type="body"/>
          </p:nvPr>
        </p:nvSpPr>
        <p:spPr>
          <a:xfrm>
            <a:off x="612720" y="635040"/>
            <a:ext cx="3395880" cy="55875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22" name="PlaceHolder 3"/>
          <p:cNvSpPr>
            <a:spLocks noGrp="1"/>
          </p:cNvSpPr>
          <p:nvPr>
            <p:ph type="body"/>
          </p:nvPr>
        </p:nvSpPr>
        <p:spPr>
          <a:xfrm>
            <a:off x="4983840" y="2129400"/>
            <a:ext cx="6595200" cy="4093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23" name="PlaceHolder 4"/>
          <p:cNvSpPr>
            <a:spLocks noGrp="1"/>
          </p:cNvSpPr>
          <p:nvPr>
            <p:ph type="dt" idx="64"/>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24" name="PlaceHolder 5"/>
          <p:cNvSpPr>
            <a:spLocks noGrp="1"/>
          </p:cNvSpPr>
          <p:nvPr>
            <p:ph type="ftr" idx="65"/>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5" name="PlaceHolder 6"/>
          <p:cNvSpPr>
            <a:spLocks noGrp="1"/>
          </p:cNvSpPr>
          <p:nvPr>
            <p:ph type="sldNum" idx="66"/>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2">
    <p:bg>
      <p:bgPr>
        <a:solidFill>
          <a:srgbClr val="f7f7f7"/>
        </a:solidFill>
      </p:bgPr>
    </p:bg>
    <p:spTree>
      <p:nvGrpSpPr>
        <p:cNvPr id="1" name=""/>
        <p:cNvGrpSpPr/>
        <p:nvPr/>
      </p:nvGrpSpPr>
      <p:grpSpPr>
        <a:xfrm>
          <a:off x="0" y="0"/>
          <a:ext cx="0" cy="0"/>
          <a:chOff x="0" y="0"/>
          <a:chExt cx="0" cy="0"/>
        </a:xfrm>
      </p:grpSpPr>
      <p:sp>
        <p:nvSpPr>
          <p:cNvPr id="226" name="PlaceHolder 1"/>
          <p:cNvSpPr>
            <a:spLocks noGrp="1"/>
          </p:cNvSpPr>
          <p:nvPr>
            <p:ph type="title"/>
          </p:nvPr>
        </p:nvSpPr>
        <p:spPr>
          <a:xfrm>
            <a:off x="633960" y="635040"/>
            <a:ext cx="10923480" cy="111060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27" name="PlaceHolder 2"/>
          <p:cNvSpPr>
            <a:spLocks noGrp="1"/>
          </p:cNvSpPr>
          <p:nvPr>
            <p:ph type="body"/>
          </p:nvPr>
        </p:nvSpPr>
        <p:spPr>
          <a:xfrm>
            <a:off x="612720" y="2126880"/>
            <a:ext cx="4710600" cy="40957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28" name="PlaceHolder 3"/>
          <p:cNvSpPr>
            <a:spLocks noGrp="1"/>
          </p:cNvSpPr>
          <p:nvPr>
            <p:ph type="body"/>
          </p:nvPr>
        </p:nvSpPr>
        <p:spPr>
          <a:xfrm>
            <a:off x="6387120" y="2126880"/>
            <a:ext cx="5145120" cy="425772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29" name="PlaceHolder 4"/>
          <p:cNvSpPr>
            <a:spLocks noGrp="1"/>
          </p:cNvSpPr>
          <p:nvPr>
            <p:ph type="dt" idx="67"/>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30" name="PlaceHolder 5"/>
          <p:cNvSpPr>
            <a:spLocks noGrp="1"/>
          </p:cNvSpPr>
          <p:nvPr>
            <p:ph type="ftr" idx="68"/>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31" name="PlaceHolder 6"/>
          <p:cNvSpPr>
            <a:spLocks noGrp="1"/>
          </p:cNvSpPr>
          <p:nvPr>
            <p:ph type="sldNum" idx="69"/>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3">
    <p:bg>
      <p:bgPr>
        <a:solidFill>
          <a:srgbClr val="f7f7f7"/>
        </a:solidFill>
      </p:bgPr>
    </p:bg>
    <p:spTree>
      <p:nvGrpSpPr>
        <p:cNvPr id="1" name=""/>
        <p:cNvGrpSpPr/>
        <p:nvPr/>
      </p:nvGrpSpPr>
      <p:grpSpPr>
        <a:xfrm>
          <a:off x="0" y="0"/>
          <a:ext cx="0" cy="0"/>
          <a:chOff x="0" y="0"/>
          <a:chExt cx="0" cy="0"/>
        </a:xfrm>
      </p:grpSpPr>
      <p:sp>
        <p:nvSpPr>
          <p:cNvPr id="232" name="PlaceHolder 1"/>
          <p:cNvSpPr>
            <a:spLocks noGrp="1"/>
          </p:cNvSpPr>
          <p:nvPr>
            <p:ph type="title"/>
          </p:nvPr>
        </p:nvSpPr>
        <p:spPr>
          <a:xfrm>
            <a:off x="633960" y="631800"/>
            <a:ext cx="5265720" cy="111600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33" name="PlaceHolder 2"/>
          <p:cNvSpPr>
            <a:spLocks noGrp="1"/>
          </p:cNvSpPr>
          <p:nvPr>
            <p:ph type="body"/>
          </p:nvPr>
        </p:nvSpPr>
        <p:spPr>
          <a:xfrm>
            <a:off x="633960" y="2129400"/>
            <a:ext cx="5265720" cy="40651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34" name="PlaceHolder 3"/>
          <p:cNvSpPr>
            <a:spLocks noGrp="1"/>
          </p:cNvSpPr>
          <p:nvPr>
            <p:ph type="body"/>
          </p:nvPr>
        </p:nvSpPr>
        <p:spPr>
          <a:xfrm>
            <a:off x="6593400" y="2004840"/>
            <a:ext cx="4964400" cy="42210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35" name="Forma libre: Forma 3"/>
          <p:cNvSpPr/>
          <p:nvPr/>
        </p:nvSpPr>
        <p:spPr>
          <a:xfrm rot="2316600">
            <a:off x="8930520" y="72720"/>
            <a:ext cx="1325880" cy="1006560"/>
          </a:xfrm>
          <a:custGeom>
            <a:avLst/>
            <a:gdLst>
              <a:gd name="textAreaLeft" fmla="*/ 0 w 1325880"/>
              <a:gd name="textAreaRight" fmla="*/ 1326240 w 1325880"/>
              <a:gd name="textAreaTop" fmla="*/ 0 h 1006560"/>
              <a:gd name="textAreaBottom" fmla="*/ 1006920 h 1006560"/>
              <a:gd name="GluePoint1X" fmla="*/ 493650 w 1326246"/>
              <a:gd name="GluePoint1Y" fmla="*/ 150486 h 1007060"/>
              <a:gd name="GluePoint2X" fmla="*/ 568903 w 1326246"/>
              <a:gd name="GluePoint2Y" fmla="*/ 228365 h 1007060"/>
              <a:gd name="GluePoint3X" fmla="*/ 1165995 w 1326246"/>
              <a:gd name="GluePoint3Y" fmla="*/ 522353 h 1007060"/>
              <a:gd name="GluePoint4X" fmla="*/ 1260509 w 1326246"/>
              <a:gd name="GluePoint4Y" fmla="*/ 532075 h 1007060"/>
              <a:gd name="GluePoint5X" fmla="*/ 1326246 w 1326246"/>
              <a:gd name="GluePoint5Y" fmla="*/ 532380 h 1007060"/>
              <a:gd name="GluePoint6X" fmla="*/ 1326246 w 1326246"/>
              <a:gd name="GluePoint6Y" fmla="*/ 1006250 h 1007060"/>
              <a:gd name="GluePoint7X" fmla="*/ 1252207 w 1326246"/>
              <a:gd name="GluePoint7Y" fmla="*/ 1007060 h 1007060"/>
              <a:gd name="GluePoint8X" fmla="*/ 1094897 w 1326246"/>
              <a:gd name="GluePoint8Y" fmla="*/ 991615 h 1007060"/>
              <a:gd name="GluePoint9X" fmla="*/ 249165 w 1326246"/>
              <a:gd name="GluePoint9Y" fmla="*/ 578193 h 1007060"/>
              <a:gd name="GluePoint10X" fmla="*/ 170122 w 1326246"/>
              <a:gd name="GluePoint10Y" fmla="*/ 495950 h 1007060"/>
              <a:gd name="GluePoint11X" fmla="*/ 370028 w 1326246"/>
              <a:gd name="GluePoint11Y" fmla="*/ 0 h 1007060"/>
              <a:gd name="GluePoint12X" fmla="*/ 371468 w 1326246"/>
              <a:gd name="GluePoint12Y" fmla="*/ 2354 h 1007060"/>
              <a:gd name="GluePoint13X" fmla="*/ 449680 w 1326246"/>
              <a:gd name="GluePoint13Y" fmla="*/ 104983 h 1007060"/>
              <a:gd name="GluePoint14X" fmla="*/ 493648 w 1326246"/>
              <a:gd name="GluePoint14Y" fmla="*/ 150483 h 1007060"/>
              <a:gd name="GluePoint15X" fmla="*/ 170122 w 1326246"/>
              <a:gd name="GluePoint15Y" fmla="*/ 495948 h 1007060"/>
              <a:gd name="GluePoint16X" fmla="*/ 81856 w 1326246"/>
              <a:gd name="GluePoint16Y" fmla="*/ 404107 h 1007060"/>
              <a:gd name="GluePoint17X" fmla="*/ 0 w 1326246"/>
              <a:gd name="GluePoint17Y" fmla="*/ 295485 h 10070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36" name="Forma libre: Forma 6"/>
          <p:cNvSpPr/>
          <p:nvPr/>
        </p:nvSpPr>
        <p:spPr>
          <a:xfrm rot="1027200">
            <a:off x="11834640" y="1678680"/>
            <a:ext cx="444600" cy="483840"/>
          </a:xfrm>
          <a:custGeom>
            <a:avLst/>
            <a:gdLst>
              <a:gd name="textAreaLeft" fmla="*/ 0 w 444600"/>
              <a:gd name="textAreaRight" fmla="*/ 444960 w 444600"/>
              <a:gd name="textAreaTop" fmla="*/ 0 h 483840"/>
              <a:gd name="textAreaBottom" fmla="*/ 484200 h 483840"/>
              <a:gd name="GluePoint1X" fmla="*/ 0 w 445047"/>
              <a:gd name="GluePoint1Y" fmla="*/ 7231 h 484071"/>
              <a:gd name="GluePoint2X" fmla="*/ 150469 w 445047"/>
              <a:gd name="GluePoint2Y" fmla="*/ 3894 h 484071"/>
              <a:gd name="GluePoint3X" fmla="*/ 298622 w 445047"/>
              <a:gd name="GluePoint3Y" fmla="*/ 0 h 484071"/>
              <a:gd name="GluePoint4X" fmla="*/ 445047 w 445047"/>
              <a:gd name="GluePoint4Y" fmla="*/ 475293 h 484071"/>
              <a:gd name="GluePoint5X" fmla="*/ 385838 w 445047"/>
              <a:gd name="GluePoint5Y" fmla="*/ 474038 h 484071"/>
              <a:gd name="GluePoint6X" fmla="*/ 170437 w 445047"/>
              <a:gd name="GluePoint6Y" fmla="*/ 480059 h 484071"/>
              <a:gd name="GluePoint7X" fmla="*/ 0 w 445047"/>
              <a:gd name="GluePoint7Y" fmla="*/ 484071 h 484071"/>
              <a:gd name="GluePoint8X" fmla="*/ 0 w 445047"/>
              <a:gd name="GluePoint8Y" fmla="*/ 7231 h 48407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37" name="Forma libre: Forma 8"/>
          <p:cNvSpPr/>
          <p:nvPr/>
        </p:nvSpPr>
        <p:spPr>
          <a:xfrm rot="1027200">
            <a:off x="9980280" y="61560"/>
            <a:ext cx="2094840" cy="1774080"/>
          </a:xfrm>
          <a:custGeom>
            <a:avLst/>
            <a:gdLst>
              <a:gd name="textAreaLeft" fmla="*/ 0 w 2094840"/>
              <a:gd name="textAreaRight" fmla="*/ 2095200 w 2094840"/>
              <a:gd name="textAreaTop" fmla="*/ 0 h 1774080"/>
              <a:gd name="textAreaBottom" fmla="*/ 1774440 h 1774080"/>
              <a:gd name="GluePoint1X" fmla="*/ 1153060 w 2095194"/>
              <a:gd name="GluePoint1Y" fmla="*/ 16381 h 1774565"/>
              <a:gd name="GluePoint2X" fmla="*/ 1401752 w 2095194"/>
              <a:gd name="GluePoint2Y" fmla="*/ 7147 h 1774565"/>
              <a:gd name="GluePoint3X" fmla="*/ 1529515 w 2095194"/>
              <a:gd name="GluePoint3Y" fmla="*/ 38939 h 1774565"/>
              <a:gd name="GluePoint4X" fmla="*/ 1827403 w 2095194"/>
              <a:gd name="GluePoint4Y" fmla="*/ 264236 h 1774565"/>
              <a:gd name="GluePoint5X" fmla="*/ 1889019 w 2095194"/>
              <a:gd name="GluePoint5Y" fmla="*/ 938292 h 1774565"/>
              <a:gd name="GluePoint6X" fmla="*/ 1709638 w 2095194"/>
              <a:gd name="GluePoint6Y" fmla="*/ 1264901 h 1774565"/>
              <a:gd name="GluePoint7X" fmla="*/ 1970578 w 2095194"/>
              <a:gd name="GluePoint7Y" fmla="*/ 1281148 h 1774565"/>
              <a:gd name="GluePoint8X" fmla="*/ 2095194 w 2095194"/>
              <a:gd name="GluePoint8Y" fmla="*/ 1278384 h 1774565"/>
              <a:gd name="GluePoint9X" fmla="*/ 2095194 w 2095194"/>
              <a:gd name="GluePoint9Y" fmla="*/ 1755224 h 1774565"/>
              <a:gd name="GluePoint10X" fmla="*/ 1993401 w 2095194"/>
              <a:gd name="GluePoint10Y" fmla="*/ 1757620 h 1774565"/>
              <a:gd name="GluePoint11X" fmla="*/ 1716364 w 2095194"/>
              <a:gd name="GluePoint11Y" fmla="*/ 1745204 h 1774565"/>
              <a:gd name="GluePoint12X" fmla="*/ 1254730 w 2095194"/>
              <a:gd name="GluePoint12Y" fmla="*/ 1630445 h 1774565"/>
              <a:gd name="GluePoint13X" fmla="*/ 1047511 w 2095194"/>
              <a:gd name="GluePoint13Y" fmla="*/ 1710654 h 1774565"/>
              <a:gd name="GluePoint14X" fmla="*/ 80645 w 2095194"/>
              <a:gd name="GluePoint14Y" fmla="*/ 1694851 h 1774565"/>
              <a:gd name="GluePoint15X" fmla="*/ 0 w 2095194"/>
              <a:gd name="GluePoint15Y" fmla="*/ 1664121 h 1774565"/>
              <a:gd name="GluePoint16X" fmla="*/ 173567 w 2095194"/>
              <a:gd name="GluePoint16Y" fmla="*/ 1223180 h 1774565"/>
              <a:gd name="GluePoint17X" fmla="*/ 202659 w 2095194"/>
              <a:gd name="GluePoint17Y" fmla="*/ 1234788 h 1774565"/>
              <a:gd name="GluePoint18X" fmla="*/ 796766 w 2095194"/>
              <a:gd name="GluePoint18Y" fmla="*/ 1280920 h 1774565"/>
              <a:gd name="GluePoint19X" fmla="*/ 629617 w 2095194"/>
              <a:gd name="GluePoint19Y" fmla="*/ 929694 h 1774565"/>
              <a:gd name="GluePoint20X" fmla="*/ 653071 w 2095194"/>
              <a:gd name="GluePoint20Y" fmla="*/ 482287 h 1774565"/>
              <a:gd name="GluePoint21X" fmla="*/ 929005 w 2095194"/>
              <a:gd name="GluePoint21Y" fmla="*/ 111956 h 1774565"/>
              <a:gd name="GluePoint22X" fmla="*/ 1153060 w 2095194"/>
              <a:gd name="GluePoint22Y" fmla="*/ 16381 h 1774565"/>
              <a:gd name="GluePoint23X" fmla="*/ 1216669 w 2095194"/>
              <a:gd name="GluePoint23Y" fmla="*/ 494806 h 1774565"/>
              <a:gd name="GluePoint24X" fmla="*/ 1216195 w 2095194"/>
              <a:gd name="GluePoint24Y" fmla="*/ 495037 h 1774565"/>
              <a:gd name="GluePoint25X" fmla="*/ 1216347 w 2095194"/>
              <a:gd name="GluePoint25Y" fmla="*/ 494993 h 1774565"/>
              <a:gd name="GluePoint26X" fmla="*/ 1197479 w 2095194"/>
              <a:gd name="GluePoint26Y" fmla="*/ 505958 h 1774565"/>
              <a:gd name="GluePoint27X" fmla="*/ 1093171 w 2095194"/>
              <a:gd name="GluePoint27Y" fmla="*/ 824086 h 1774565"/>
              <a:gd name="GluePoint28X" fmla="*/ 1245789 w 2095194"/>
              <a:gd name="GluePoint28Y" fmla="*/ 1070051 h 1774565"/>
              <a:gd name="GluePoint29X" fmla="*/ 1441608 w 2095194"/>
              <a:gd name="GluePoint29Y" fmla="*/ 783045 h 1774565"/>
              <a:gd name="GluePoint30X" fmla="*/ 1437846 w 2095194"/>
              <a:gd name="GluePoint30Y" fmla="*/ 533081 h 1774565"/>
              <a:gd name="GluePoint31X" fmla="*/ 1340026 w 2095194"/>
              <a:gd name="GluePoint31Y" fmla="*/ 478575 h 1774565"/>
              <a:gd name="GluePoint32X" fmla="*/ 1276612 w 2095194"/>
              <a:gd name="GluePoint32Y" fmla="*/ 477446 h 1774565"/>
              <a:gd name="GluePoint33X" fmla="*/ 1216347 w 2095194"/>
              <a:gd name="GluePoint33Y" fmla="*/ 494993 h 1774565"/>
              <a:gd name="GluePoint34X" fmla="*/ 1216669 w 2095194"/>
              <a:gd name="GluePoint34Y" fmla="*/ 494806 h 17745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38" name="PlaceHolder 4"/>
          <p:cNvSpPr>
            <a:spLocks noGrp="1"/>
          </p:cNvSpPr>
          <p:nvPr>
            <p:ph type="dt" idx="70"/>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39" name="PlaceHolder 5"/>
          <p:cNvSpPr>
            <a:spLocks noGrp="1"/>
          </p:cNvSpPr>
          <p:nvPr>
            <p:ph type="ftr" idx="71"/>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40" name="PlaceHolder 6"/>
          <p:cNvSpPr>
            <a:spLocks noGrp="1"/>
          </p:cNvSpPr>
          <p:nvPr>
            <p:ph type="sldNum" idx="72"/>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4">
    <p:bg>
      <p:bgPr>
        <a:solidFill>
          <a:srgbClr val="f7f7f7"/>
        </a:solidFill>
      </p:bgPr>
    </p:bg>
    <p:spTree>
      <p:nvGrpSpPr>
        <p:cNvPr id="1" name=""/>
        <p:cNvGrpSpPr/>
        <p:nvPr/>
      </p:nvGrpSpPr>
      <p:grpSpPr>
        <a:xfrm>
          <a:off x="0" y="0"/>
          <a:ext cx="0" cy="0"/>
          <a:chOff x="0" y="0"/>
          <a:chExt cx="0" cy="0"/>
        </a:xfrm>
      </p:grpSpPr>
      <p:sp>
        <p:nvSpPr>
          <p:cNvPr id="241" name="PlaceHolder 1"/>
          <p:cNvSpPr>
            <a:spLocks noGrp="1"/>
          </p:cNvSpPr>
          <p:nvPr>
            <p:ph type="title"/>
          </p:nvPr>
        </p:nvSpPr>
        <p:spPr>
          <a:xfrm>
            <a:off x="633960" y="631800"/>
            <a:ext cx="10923480" cy="735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42" name="PlaceHolder 2"/>
          <p:cNvSpPr>
            <a:spLocks noGrp="1"/>
          </p:cNvSpPr>
          <p:nvPr>
            <p:ph type="body"/>
          </p:nvPr>
        </p:nvSpPr>
        <p:spPr>
          <a:xfrm>
            <a:off x="678960" y="2109600"/>
            <a:ext cx="5123520" cy="425772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43" name="PlaceHolder 3"/>
          <p:cNvSpPr>
            <a:spLocks noGrp="1"/>
          </p:cNvSpPr>
          <p:nvPr>
            <p:ph type="body"/>
          </p:nvPr>
        </p:nvSpPr>
        <p:spPr>
          <a:xfrm>
            <a:off x="6286320" y="2129400"/>
            <a:ext cx="5271120" cy="40651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44" name="Forma libre: Forma 19"/>
          <p:cNvSpPr/>
          <p:nvPr/>
        </p:nvSpPr>
        <p:spPr>
          <a:xfrm flipH="1">
            <a:off x="1553760" y="6055920"/>
            <a:ext cx="1576800" cy="801720"/>
          </a:xfrm>
          <a:custGeom>
            <a:avLst/>
            <a:gdLst>
              <a:gd name="textAreaLeft" fmla="*/ 360 w 1576800"/>
              <a:gd name="textAreaRight" fmla="*/ 1577520 w 1576800"/>
              <a:gd name="textAreaTop" fmla="*/ 0 h 801720"/>
              <a:gd name="textAreaBottom" fmla="*/ 802080 h 801720"/>
              <a:gd name="GluePoint1X" fmla="*/ 159713 w 1577306"/>
              <a:gd name="GluePoint1Y" fmla="*/ 0 h 802138"/>
              <a:gd name="GluePoint2X" fmla="*/ 0 w 1577306"/>
              <a:gd name="GluePoint2Y" fmla="*/ 574969 h 802138"/>
              <a:gd name="GluePoint3X" fmla="*/ 403521 w 1577306"/>
              <a:gd name="GluePoint3Y" fmla="*/ 769641 h 802138"/>
              <a:gd name="GluePoint4X" fmla="*/ 459192 w 1577306"/>
              <a:gd name="GluePoint4Y" fmla="*/ 802138 h 802138"/>
              <a:gd name="GluePoint5X" fmla="*/ 1577306 w 1577306"/>
              <a:gd name="GluePoint5Y" fmla="*/ 802138 h 802138"/>
              <a:gd name="GluePoint6X" fmla="*/ 1564552 w 1577306"/>
              <a:gd name="GluePoint6Y" fmla="*/ 796062 h 802138"/>
              <a:gd name="GluePoint7X" fmla="*/ 1201438 w 1577306"/>
              <a:gd name="GluePoint7Y" fmla="*/ 567798 h 802138"/>
              <a:gd name="GluePoint8X" fmla="*/ 1087356 w 1577306"/>
              <a:gd name="GluePoint8Y" fmla="*/ 490875 h 802138"/>
              <a:gd name="GluePoint9X" fmla="*/ 222295 w 1577306"/>
              <a:gd name="GluePoint9Y" fmla="*/ 24772 h 802138"/>
              <a:gd name="GluePoint10X" fmla="*/ 222295 w 1577306"/>
              <a:gd name="GluePoint10Y" fmla="*/ 24120 h 802138"/>
              <a:gd name="GluePoint11X" fmla="*/ 159713 w 1577306"/>
              <a:gd name="GluePoint11Y" fmla="*/ 0 h 80213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45" name="Forma libre: Forma 20"/>
          <p:cNvSpPr/>
          <p:nvPr/>
        </p:nvSpPr>
        <p:spPr>
          <a:xfrm flipH="1">
            <a:off x="-5760" y="4840200"/>
            <a:ext cx="1689840" cy="2017440"/>
          </a:xfrm>
          <a:custGeom>
            <a:avLst/>
            <a:gdLst>
              <a:gd name="textAreaLeft" fmla="*/ 360 w 1689840"/>
              <a:gd name="textAreaRight" fmla="*/ 1690560 w 1689840"/>
              <a:gd name="textAreaTop" fmla="*/ 0 h 2017440"/>
              <a:gd name="textAreaBottom" fmla="*/ 2017800 h 2017440"/>
              <a:gd name="GluePoint1X" fmla="*/ 887579 w 1690137"/>
              <a:gd name="GluePoint1Y" fmla="*/ 485 h 2017934"/>
              <a:gd name="GluePoint2X" fmla="*/ 746108 w 1690137"/>
              <a:gd name="GluePoint2Y" fmla="*/ 5883 h 2017934"/>
              <a:gd name="GluePoint3X" fmla="*/ 126811 w 1690137"/>
              <a:gd name="GluePoint3Y" fmla="*/ 380721 h 2017934"/>
              <a:gd name="GluePoint4X" fmla="*/ 47931 w 1690137"/>
              <a:gd name="GluePoint4Y" fmla="*/ 1085417 h 2017934"/>
              <a:gd name="GluePoint5X" fmla="*/ 314555 w 1690137"/>
              <a:gd name="GluePoint5Y" fmla="*/ 1635615 h 2017934"/>
              <a:gd name="GluePoint6X" fmla="*/ 486655 w 1690137"/>
              <a:gd name="GluePoint6Y" fmla="*/ 1962213 h 2017934"/>
              <a:gd name="GluePoint7X" fmla="*/ 506949 w 1690137"/>
              <a:gd name="GluePoint7Y" fmla="*/ 2017934 h 2017934"/>
              <a:gd name="GluePoint8X" fmla="*/ 1108996 w 1690137"/>
              <a:gd name="GluePoint8Y" fmla="*/ 2017934 h 2017934"/>
              <a:gd name="GluePoint9X" fmla="*/ 1089656 w 1690137"/>
              <a:gd name="GluePoint9Y" fmla="*/ 1900283 h 2017934"/>
              <a:gd name="GluePoint10X" fmla="*/ 828247 w 1690137"/>
              <a:gd name="GluePoint10Y" fmla="*/ 1339655 h 2017934"/>
              <a:gd name="GluePoint11X" fmla="*/ 615730 w 1690137"/>
              <a:gd name="GluePoint11Y" fmla="*/ 717750 h 2017934"/>
              <a:gd name="GluePoint12X" fmla="*/ 811950 w 1690137"/>
              <a:gd name="GluePoint12Y" fmla="*/ 596498 h 2017934"/>
              <a:gd name="GluePoint13X" fmla="*/ 1590961 w 1690137"/>
              <a:gd name="GluePoint13Y" fmla="*/ 885286 h 2017934"/>
              <a:gd name="GluePoint14X" fmla="*/ 1690137 w 1690137"/>
              <a:gd name="GluePoint14Y" fmla="*/ 953286 h 2017934"/>
              <a:gd name="GluePoint15X" fmla="*/ 1690137 w 1690137"/>
              <a:gd name="GluePoint15Y" fmla="*/ 255414 h 2017934"/>
              <a:gd name="GluePoint16X" fmla="*/ 1624290 w 1690137"/>
              <a:gd name="GluePoint16Y" fmla="*/ 219459 h 2017934"/>
              <a:gd name="GluePoint17X" fmla="*/ 1357584 w 1690137"/>
              <a:gd name="GluePoint17Y" fmla="*/ 100407 h 2017934"/>
              <a:gd name="GluePoint18X" fmla="*/ 887579 w 1690137"/>
              <a:gd name="GluePoint18Y" fmla="*/ 485 h 20179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46" name="Forma libre: Forma 32"/>
          <p:cNvSpPr/>
          <p:nvPr/>
        </p:nvSpPr>
        <p:spPr>
          <a:xfrm flipH="1" rot="20134200">
            <a:off x="3059280" y="5629320"/>
            <a:ext cx="1977840" cy="1263960"/>
          </a:xfrm>
          <a:custGeom>
            <a:avLst/>
            <a:gdLst>
              <a:gd name="textAreaLeft" fmla="*/ 360 w 1977840"/>
              <a:gd name="textAreaRight" fmla="*/ 1978560 w 1977840"/>
              <a:gd name="textAreaTop" fmla="*/ 0 h 1263960"/>
              <a:gd name="textAreaBottom" fmla="*/ 1264320 h 1263960"/>
              <a:gd name="GluePoint1X" fmla="*/ 941103 w 1978089"/>
              <a:gd name="GluePoint1Y" fmla="*/ 232965 h 1264388"/>
              <a:gd name="GluePoint2X" fmla="*/ 1885661 w 1978089"/>
              <a:gd name="GluePoint2Y" fmla="*/ 0 h 1264388"/>
              <a:gd name="GluePoint3X" fmla="*/ 1978089 w 1978089"/>
              <a:gd name="GluePoint3Y" fmla="*/ 589539 h 1264388"/>
              <a:gd name="GluePoint4X" fmla="*/ 1199547 w 1978089"/>
              <a:gd name="GluePoint4Y" fmla="*/ 767123 h 1264388"/>
              <a:gd name="GluePoint5X" fmla="*/ 665311 w 1978089"/>
              <a:gd name="GluePoint5Y" fmla="*/ 1217072 h 1264388"/>
              <a:gd name="GluePoint6X" fmla="*/ 638250 w 1978089"/>
              <a:gd name="GluePoint6Y" fmla="*/ 1264388 h 1264388"/>
              <a:gd name="GluePoint7X" fmla="*/ 0 w 1978089"/>
              <a:gd name="GluePoint7Y" fmla="*/ 1264388 h 1264388"/>
              <a:gd name="GluePoint8X" fmla="*/ 14006 w 1978089"/>
              <a:gd name="GluePoint8Y" fmla="*/ 1211969 h 1264388"/>
              <a:gd name="GluePoint9X" fmla="*/ 941103 w 1978089"/>
              <a:gd name="GluePoint9Y" fmla="*/ 232965 h 1264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47" name="Forma libre: Forma 18"/>
          <p:cNvSpPr/>
          <p:nvPr/>
        </p:nvSpPr>
        <p:spPr>
          <a:xfrm flipH="1">
            <a:off x="4628160" y="6428160"/>
            <a:ext cx="801000" cy="429480"/>
          </a:xfrm>
          <a:custGeom>
            <a:avLst/>
            <a:gdLst>
              <a:gd name="textAreaLeft" fmla="*/ -360 w 801000"/>
              <a:gd name="textAreaRight" fmla="*/ 801000 w 801000"/>
              <a:gd name="textAreaTop" fmla="*/ 0 h 429480"/>
              <a:gd name="textAreaBottom" fmla="*/ 429840 h 429480"/>
              <a:gd name="GluePoint1X" fmla="*/ 220130 w 801216"/>
              <a:gd name="GluePoint1Y" fmla="*/ 0 h 429698"/>
              <a:gd name="GluePoint2X" fmla="*/ 180636 w 801216"/>
              <a:gd name="GluePoint2Y" fmla="*/ 48092 h 429698"/>
              <a:gd name="GluePoint3X" fmla="*/ 6431 w 801216"/>
              <a:gd name="GluePoint3Y" fmla="*/ 402154 h 429698"/>
              <a:gd name="GluePoint4X" fmla="*/ 0 w 801216"/>
              <a:gd name="GluePoint4Y" fmla="*/ 429698 h 429698"/>
              <a:gd name="GluePoint5X" fmla="*/ 639824 w 801216"/>
              <a:gd name="GluePoint5Y" fmla="*/ 429698 h 429698"/>
              <a:gd name="GluePoint6X" fmla="*/ 693941 w 801216"/>
              <a:gd name="GluePoint6Y" fmla="*/ 357029 h 429698"/>
              <a:gd name="GluePoint7X" fmla="*/ 763145 w 801216"/>
              <a:gd name="GluePoint7Y" fmla="*/ 291469 h 429698"/>
              <a:gd name="GluePoint8X" fmla="*/ 801216 w 801216"/>
              <a:gd name="GluePoint8Y" fmla="*/ 264013 h 429698"/>
              <a:gd name="GluePoint9X" fmla="*/ 220130 w 801216"/>
              <a:gd name="GluePoint9Y" fmla="*/ 0 h 4296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48" name="PlaceHolder 4"/>
          <p:cNvSpPr>
            <a:spLocks noGrp="1"/>
          </p:cNvSpPr>
          <p:nvPr>
            <p:ph type="dt" idx="73"/>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49" name="PlaceHolder 5"/>
          <p:cNvSpPr>
            <a:spLocks noGrp="1"/>
          </p:cNvSpPr>
          <p:nvPr>
            <p:ph type="ftr" idx="74"/>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50" name="PlaceHolder 6"/>
          <p:cNvSpPr>
            <a:spLocks noGrp="1"/>
          </p:cNvSpPr>
          <p:nvPr>
            <p:ph type="sldNum" idx="75"/>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5">
    <p:bg>
      <p:bgPr>
        <a:solidFill>
          <a:srgbClr val="f7f7f7"/>
        </a:solidFill>
      </p:bgPr>
    </p:bg>
    <p:spTree>
      <p:nvGrpSpPr>
        <p:cNvPr id="1" name=""/>
        <p:cNvGrpSpPr/>
        <p:nvPr/>
      </p:nvGrpSpPr>
      <p:grpSpPr>
        <a:xfrm>
          <a:off x="0" y="0"/>
          <a:ext cx="0" cy="0"/>
          <a:chOff x="0" y="0"/>
          <a:chExt cx="0" cy="0"/>
        </a:xfrm>
      </p:grpSpPr>
      <p:sp>
        <p:nvSpPr>
          <p:cNvPr id="251" name="PlaceHolder 1"/>
          <p:cNvSpPr>
            <a:spLocks noGrp="1"/>
          </p:cNvSpPr>
          <p:nvPr>
            <p:ph type="title"/>
          </p:nvPr>
        </p:nvSpPr>
        <p:spPr>
          <a:xfrm>
            <a:off x="642600" y="635040"/>
            <a:ext cx="7151760" cy="1113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52" name="PlaceHolder 2"/>
          <p:cNvSpPr>
            <a:spLocks noGrp="1"/>
          </p:cNvSpPr>
          <p:nvPr>
            <p:ph type="body"/>
          </p:nvPr>
        </p:nvSpPr>
        <p:spPr>
          <a:xfrm>
            <a:off x="642600" y="2129400"/>
            <a:ext cx="7151760" cy="4093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53" name="PlaceHolder 3"/>
          <p:cNvSpPr>
            <a:spLocks noGrp="1"/>
          </p:cNvSpPr>
          <p:nvPr>
            <p:ph type="body"/>
          </p:nvPr>
        </p:nvSpPr>
        <p:spPr>
          <a:xfrm>
            <a:off x="8161560" y="635040"/>
            <a:ext cx="3395880" cy="55875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54" name="PlaceHolder 4"/>
          <p:cNvSpPr>
            <a:spLocks noGrp="1"/>
          </p:cNvSpPr>
          <p:nvPr>
            <p:ph type="dt" idx="76"/>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55" name="PlaceHolder 5"/>
          <p:cNvSpPr>
            <a:spLocks noGrp="1"/>
          </p:cNvSpPr>
          <p:nvPr>
            <p:ph type="ftr" idx="77"/>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56" name="PlaceHolder 6"/>
          <p:cNvSpPr>
            <a:spLocks noGrp="1"/>
          </p:cNvSpPr>
          <p:nvPr>
            <p:ph type="sldNum" idx="78"/>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6">
    <p:bg>
      <p:bgPr>
        <a:solidFill>
          <a:srgbClr val="f7f7f7"/>
        </a:solidFill>
      </p:bgPr>
    </p:bg>
    <p:spTree>
      <p:nvGrpSpPr>
        <p:cNvPr id="1" name=""/>
        <p:cNvGrpSpPr/>
        <p:nvPr/>
      </p:nvGrpSpPr>
      <p:grpSpPr>
        <a:xfrm>
          <a:off x="0" y="0"/>
          <a:ext cx="0" cy="0"/>
          <a:chOff x="0" y="0"/>
          <a:chExt cx="0" cy="0"/>
        </a:xfrm>
      </p:grpSpPr>
      <p:sp>
        <p:nvSpPr>
          <p:cNvPr id="257" name="PlaceHolder 1"/>
          <p:cNvSpPr>
            <a:spLocks noGrp="1"/>
          </p:cNvSpPr>
          <p:nvPr>
            <p:ph type="title"/>
          </p:nvPr>
        </p:nvSpPr>
        <p:spPr>
          <a:xfrm>
            <a:off x="633960" y="631800"/>
            <a:ext cx="4707000" cy="1068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58" name="PlaceHolder 2"/>
          <p:cNvSpPr>
            <a:spLocks noGrp="1"/>
          </p:cNvSpPr>
          <p:nvPr>
            <p:ph type="body"/>
          </p:nvPr>
        </p:nvSpPr>
        <p:spPr>
          <a:xfrm>
            <a:off x="636120" y="2138400"/>
            <a:ext cx="4707000" cy="40809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59" name="PlaceHolder 3"/>
          <p:cNvSpPr>
            <a:spLocks noGrp="1"/>
          </p:cNvSpPr>
          <p:nvPr>
            <p:ph type="body"/>
          </p:nvPr>
        </p:nvSpPr>
        <p:spPr>
          <a:xfrm>
            <a:off x="5924520" y="631800"/>
            <a:ext cx="5630760" cy="558756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60" name="PlaceHolder 4"/>
          <p:cNvSpPr>
            <a:spLocks noGrp="1"/>
          </p:cNvSpPr>
          <p:nvPr>
            <p:ph type="dt" idx="79"/>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61" name="PlaceHolder 5"/>
          <p:cNvSpPr>
            <a:spLocks noGrp="1"/>
          </p:cNvSpPr>
          <p:nvPr>
            <p:ph type="ftr" idx="80"/>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2" name="PlaceHolder 6"/>
          <p:cNvSpPr>
            <a:spLocks noGrp="1"/>
          </p:cNvSpPr>
          <p:nvPr>
            <p:ph type="sldNum" idx="81"/>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imagen 17">
    <p:bg>
      <p:bgPr>
        <a:solidFill>
          <a:srgbClr val="f7f7f7"/>
        </a:solidFill>
      </p:bgPr>
    </p:bg>
    <p:spTree>
      <p:nvGrpSpPr>
        <p:cNvPr id="1" name=""/>
        <p:cNvGrpSpPr/>
        <p:nvPr/>
      </p:nvGrpSpPr>
      <p:grpSpPr>
        <a:xfrm>
          <a:off x="0" y="0"/>
          <a:ext cx="0" cy="0"/>
          <a:chOff x="0" y="0"/>
          <a:chExt cx="0" cy="0"/>
        </a:xfrm>
      </p:grpSpPr>
      <p:sp>
        <p:nvSpPr>
          <p:cNvPr id="263" name="PlaceHolder 1"/>
          <p:cNvSpPr>
            <a:spLocks noGrp="1"/>
          </p:cNvSpPr>
          <p:nvPr>
            <p:ph type="title"/>
          </p:nvPr>
        </p:nvSpPr>
        <p:spPr>
          <a:xfrm>
            <a:off x="675360" y="635040"/>
            <a:ext cx="3724920" cy="1524960"/>
          </a:xfrm>
          <a:prstGeom prst="rect">
            <a:avLst/>
          </a:prstGeom>
          <a:noFill/>
          <a:ln w="0">
            <a:noFill/>
          </a:ln>
        </p:spPr>
        <p:txBody>
          <a:bodyPr lIns="91440" rIns="91440" tIns="45720" bIns="45720" anchor="t">
            <a:normAutofit fontScale="92500" lnSpcReduction="9999"/>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264" name="PlaceHolder 2"/>
          <p:cNvSpPr>
            <a:spLocks noGrp="1"/>
          </p:cNvSpPr>
          <p:nvPr>
            <p:ph type="body"/>
          </p:nvPr>
        </p:nvSpPr>
        <p:spPr>
          <a:xfrm>
            <a:off x="675360" y="2523600"/>
            <a:ext cx="3525480" cy="373860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265" name="PlaceHolder 3"/>
          <p:cNvSpPr>
            <a:spLocks noGrp="1"/>
          </p:cNvSpPr>
          <p:nvPr>
            <p:ph type="body"/>
          </p:nvPr>
        </p:nvSpPr>
        <p:spPr>
          <a:xfrm>
            <a:off x="4962600" y="635040"/>
            <a:ext cx="6595200" cy="558432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266" name="Forma libre: Forma 11"/>
          <p:cNvSpPr/>
          <p:nvPr/>
        </p:nvSpPr>
        <p:spPr>
          <a:xfrm flipH="1">
            <a:off x="-720" y="4840200"/>
            <a:ext cx="1239480" cy="2017440"/>
          </a:xfrm>
          <a:custGeom>
            <a:avLst/>
            <a:gdLst>
              <a:gd name="textAreaLeft" fmla="*/ -360 w 1239480"/>
              <a:gd name="textAreaRight" fmla="*/ 1239480 w 1239480"/>
              <a:gd name="textAreaTop" fmla="*/ 0 h 2017440"/>
              <a:gd name="textAreaBottom" fmla="*/ 2017800 h 2017440"/>
              <a:gd name="GluePoint1X" fmla="*/ 887579 w 1239835"/>
              <a:gd name="GluePoint1Y" fmla="*/ 485 h 2017934"/>
              <a:gd name="GluePoint2X" fmla="*/ 746108 w 1239835"/>
              <a:gd name="GluePoint2Y" fmla="*/ 5883 h 2017934"/>
              <a:gd name="GluePoint3X" fmla="*/ 126811 w 1239835"/>
              <a:gd name="GluePoint3Y" fmla="*/ 380721 h 2017934"/>
              <a:gd name="GluePoint4X" fmla="*/ 47931 w 1239835"/>
              <a:gd name="GluePoint4Y" fmla="*/ 1085417 h 2017934"/>
              <a:gd name="GluePoint5X" fmla="*/ 314555 w 1239835"/>
              <a:gd name="GluePoint5Y" fmla="*/ 1635615 h 2017934"/>
              <a:gd name="GluePoint6X" fmla="*/ 486655 w 1239835"/>
              <a:gd name="GluePoint6Y" fmla="*/ 1962213 h 2017934"/>
              <a:gd name="GluePoint7X" fmla="*/ 506949 w 1239835"/>
              <a:gd name="GluePoint7Y" fmla="*/ 2017934 h 2017934"/>
              <a:gd name="GluePoint8X" fmla="*/ 1108996 w 1239835"/>
              <a:gd name="GluePoint8Y" fmla="*/ 2017934 h 2017934"/>
              <a:gd name="GluePoint9X" fmla="*/ 1089656 w 1239835"/>
              <a:gd name="GluePoint9Y" fmla="*/ 1900283 h 2017934"/>
              <a:gd name="GluePoint10X" fmla="*/ 828247 w 1239835"/>
              <a:gd name="GluePoint10Y" fmla="*/ 1339655 h 2017934"/>
              <a:gd name="GluePoint11X" fmla="*/ 615730 w 1239835"/>
              <a:gd name="GluePoint11Y" fmla="*/ 717750 h 2017934"/>
              <a:gd name="GluePoint12X" fmla="*/ 811950 w 1239835"/>
              <a:gd name="GluePoint12Y" fmla="*/ 596498 h 2017934"/>
              <a:gd name="GluePoint13X" fmla="*/ 1147919 w 1239835"/>
              <a:gd name="GluePoint13Y" fmla="*/ 656309 h 2017934"/>
              <a:gd name="GluePoint14X" fmla="*/ 1239835 w 1239835"/>
              <a:gd name="GluePoint14Y" fmla="*/ 694014 h 2017934"/>
              <a:gd name="GluePoint15X" fmla="*/ 1239835 w 1239835"/>
              <a:gd name="GluePoint15Y" fmla="*/ 61135 h 2017934"/>
              <a:gd name="GluePoint16X" fmla="*/ 1234062 w 1239835"/>
              <a:gd name="GluePoint16Y" fmla="*/ 59209 h 2017934"/>
              <a:gd name="GluePoint17X" fmla="*/ 887579 w 1239835"/>
              <a:gd name="GluePoint17Y" fmla="*/ 485 h 20179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67" name="Forma libre: Forma 5"/>
          <p:cNvSpPr/>
          <p:nvPr/>
        </p:nvSpPr>
        <p:spPr>
          <a:xfrm flipH="1">
            <a:off x="1109520" y="6055920"/>
            <a:ext cx="1576800" cy="801720"/>
          </a:xfrm>
          <a:custGeom>
            <a:avLst/>
            <a:gdLst>
              <a:gd name="textAreaLeft" fmla="*/ 360 w 1576800"/>
              <a:gd name="textAreaRight" fmla="*/ 1577520 w 1576800"/>
              <a:gd name="textAreaTop" fmla="*/ 0 h 801720"/>
              <a:gd name="textAreaBottom" fmla="*/ 802080 h 801720"/>
              <a:gd name="GluePoint1X" fmla="*/ 159713 w 1577306"/>
              <a:gd name="GluePoint1Y" fmla="*/ 0 h 802138"/>
              <a:gd name="GluePoint2X" fmla="*/ 0 w 1577306"/>
              <a:gd name="GluePoint2Y" fmla="*/ 574969 h 802138"/>
              <a:gd name="GluePoint3X" fmla="*/ 403521 w 1577306"/>
              <a:gd name="GluePoint3Y" fmla="*/ 769641 h 802138"/>
              <a:gd name="GluePoint4X" fmla="*/ 459192 w 1577306"/>
              <a:gd name="GluePoint4Y" fmla="*/ 802138 h 802138"/>
              <a:gd name="GluePoint5X" fmla="*/ 1577306 w 1577306"/>
              <a:gd name="GluePoint5Y" fmla="*/ 802138 h 802138"/>
              <a:gd name="GluePoint6X" fmla="*/ 1564552 w 1577306"/>
              <a:gd name="GluePoint6Y" fmla="*/ 796062 h 802138"/>
              <a:gd name="GluePoint7X" fmla="*/ 1201438 w 1577306"/>
              <a:gd name="GluePoint7Y" fmla="*/ 567798 h 802138"/>
              <a:gd name="GluePoint8X" fmla="*/ 1087356 w 1577306"/>
              <a:gd name="GluePoint8Y" fmla="*/ 490875 h 802138"/>
              <a:gd name="GluePoint9X" fmla="*/ 222295 w 1577306"/>
              <a:gd name="GluePoint9Y" fmla="*/ 24772 h 802138"/>
              <a:gd name="GluePoint10X" fmla="*/ 222295 w 1577306"/>
              <a:gd name="GluePoint10Y" fmla="*/ 24120 h 802138"/>
              <a:gd name="GluePoint11X" fmla="*/ 159713 w 1577306"/>
              <a:gd name="GluePoint11Y" fmla="*/ 0 h 80213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68" name="Forma libre: Forma 6"/>
          <p:cNvSpPr/>
          <p:nvPr/>
        </p:nvSpPr>
        <p:spPr>
          <a:xfrm flipH="1">
            <a:off x="4183560" y="6428160"/>
            <a:ext cx="801000" cy="429480"/>
          </a:xfrm>
          <a:custGeom>
            <a:avLst/>
            <a:gdLst>
              <a:gd name="textAreaLeft" fmla="*/ -360 w 801000"/>
              <a:gd name="textAreaRight" fmla="*/ 801000 w 801000"/>
              <a:gd name="textAreaTop" fmla="*/ 0 h 429480"/>
              <a:gd name="textAreaBottom" fmla="*/ 429840 h 429480"/>
              <a:gd name="GluePoint1X" fmla="*/ 220130 w 801216"/>
              <a:gd name="GluePoint1Y" fmla="*/ 0 h 429698"/>
              <a:gd name="GluePoint2X" fmla="*/ 180636 w 801216"/>
              <a:gd name="GluePoint2Y" fmla="*/ 48092 h 429698"/>
              <a:gd name="GluePoint3X" fmla="*/ 6431 w 801216"/>
              <a:gd name="GluePoint3Y" fmla="*/ 402154 h 429698"/>
              <a:gd name="GluePoint4X" fmla="*/ 0 w 801216"/>
              <a:gd name="GluePoint4Y" fmla="*/ 429698 h 429698"/>
              <a:gd name="GluePoint5X" fmla="*/ 639824 w 801216"/>
              <a:gd name="GluePoint5Y" fmla="*/ 429698 h 429698"/>
              <a:gd name="GluePoint6X" fmla="*/ 693941 w 801216"/>
              <a:gd name="GluePoint6Y" fmla="*/ 357029 h 429698"/>
              <a:gd name="GluePoint7X" fmla="*/ 763145 w 801216"/>
              <a:gd name="GluePoint7Y" fmla="*/ 291469 h 429698"/>
              <a:gd name="GluePoint8X" fmla="*/ 801216 w 801216"/>
              <a:gd name="GluePoint8Y" fmla="*/ 264013 h 429698"/>
              <a:gd name="GluePoint9X" fmla="*/ 220130 w 801216"/>
              <a:gd name="GluePoint9Y" fmla="*/ 0 h 4296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69" name="Forma libre: Forma 9"/>
          <p:cNvSpPr/>
          <p:nvPr/>
        </p:nvSpPr>
        <p:spPr>
          <a:xfrm flipH="1" rot="20134200">
            <a:off x="2614680" y="5629320"/>
            <a:ext cx="1977840" cy="1263960"/>
          </a:xfrm>
          <a:custGeom>
            <a:avLst/>
            <a:gdLst>
              <a:gd name="textAreaLeft" fmla="*/ 360 w 1977840"/>
              <a:gd name="textAreaRight" fmla="*/ 1978560 w 1977840"/>
              <a:gd name="textAreaTop" fmla="*/ 0 h 1263960"/>
              <a:gd name="textAreaBottom" fmla="*/ 1264320 h 1263960"/>
              <a:gd name="GluePoint1X" fmla="*/ 941103 w 1978089"/>
              <a:gd name="GluePoint1Y" fmla="*/ 232965 h 1264388"/>
              <a:gd name="GluePoint2X" fmla="*/ 1885661 w 1978089"/>
              <a:gd name="GluePoint2Y" fmla="*/ 0 h 1264388"/>
              <a:gd name="GluePoint3X" fmla="*/ 1978089 w 1978089"/>
              <a:gd name="GluePoint3Y" fmla="*/ 589539 h 1264388"/>
              <a:gd name="GluePoint4X" fmla="*/ 1199547 w 1978089"/>
              <a:gd name="GluePoint4Y" fmla="*/ 767123 h 1264388"/>
              <a:gd name="GluePoint5X" fmla="*/ 665311 w 1978089"/>
              <a:gd name="GluePoint5Y" fmla="*/ 1217072 h 1264388"/>
              <a:gd name="GluePoint6X" fmla="*/ 638250 w 1978089"/>
              <a:gd name="GluePoint6Y" fmla="*/ 1264388 h 1264388"/>
              <a:gd name="GluePoint7X" fmla="*/ 0 w 1978089"/>
              <a:gd name="GluePoint7Y" fmla="*/ 1264388 h 1264388"/>
              <a:gd name="GluePoint8X" fmla="*/ 14006 w 1978089"/>
              <a:gd name="GluePoint8Y" fmla="*/ 1211969 h 1264388"/>
              <a:gd name="GluePoint9X" fmla="*/ 941103 w 1978089"/>
              <a:gd name="GluePoint9Y" fmla="*/ 232965 h 1264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70" name="PlaceHolder 4"/>
          <p:cNvSpPr>
            <a:spLocks noGrp="1"/>
          </p:cNvSpPr>
          <p:nvPr>
            <p:ph type="dt" idx="82"/>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71" name="PlaceHolder 5"/>
          <p:cNvSpPr>
            <a:spLocks noGrp="1"/>
          </p:cNvSpPr>
          <p:nvPr>
            <p:ph type="ftr" idx="83"/>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72" name="PlaceHolder 6"/>
          <p:cNvSpPr>
            <a:spLocks noGrp="1"/>
          </p:cNvSpPr>
          <p:nvPr>
            <p:ph type="sldNum" idx="84"/>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úmero grande">
    <p:bg>
      <p:bgPr>
        <a:solidFill>
          <a:srgbClr val="3d47a1"/>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3404880" y="5109480"/>
            <a:ext cx="8152920" cy="1113120"/>
          </a:xfrm>
          <a:prstGeom prst="rect">
            <a:avLst/>
          </a:prstGeom>
          <a:noFill/>
          <a:ln w="0">
            <a:noFill/>
          </a:ln>
        </p:spPr>
        <p:txBody>
          <a:bodyPr lIns="91440" rIns="91440" tIns="45720" bIns="45720" anchor="t">
            <a:noAutofit/>
          </a:bodyPr>
          <a:p>
            <a:pPr indent="0" defTabSz="914400">
              <a:lnSpc>
                <a:spcPct val="110000"/>
              </a:lnSpc>
              <a:buNone/>
            </a:pPr>
            <a:r>
              <a:rPr lang="es" sz="2400" b="0" u="none" strike="noStrike" cap="all">
                <a:solidFill>
                  <a:schemeClr val="lt1"/>
                </a:solidFill>
                <a:effectLst/>
                <a:uFillTx/>
                <a:latin typeface="Corbel"/>
              </a:rPr>
              <a:t>Haga clic para modificar el estilo de título del patrón</a:t>
            </a:r>
            <a:endParaRPr lang="en-US" sz="2400" b="0" u="none" strike="noStrike">
              <a:solidFill>
                <a:schemeClr val="lt1"/>
              </a:solidFill>
              <a:effectLst/>
              <a:uFillTx/>
              <a:latin typeface="Corbel"/>
            </a:endParaRPr>
          </a:p>
        </p:txBody>
      </p:sp>
      <p:sp>
        <p:nvSpPr>
          <p:cNvPr id="274" name="PlaceHolder 2"/>
          <p:cNvSpPr>
            <a:spLocks noGrp="1"/>
          </p:cNvSpPr>
          <p:nvPr>
            <p:ph type="body"/>
          </p:nvPr>
        </p:nvSpPr>
        <p:spPr>
          <a:xfrm>
            <a:off x="3405240" y="1747800"/>
            <a:ext cx="8146800" cy="335088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20000" b="0" u="none" spc="99" strike="noStrike">
                <a:solidFill>
                  <a:schemeClr val="lt1"/>
                </a:solidFill>
                <a:effectLst/>
                <a:uFillTx/>
                <a:latin typeface="Verdana Pro Black"/>
              </a:rPr>
              <a:t>##%</a:t>
            </a:r>
            <a:endParaRPr lang="en-US" sz="20000" b="0" u="none" spc="99" strike="noStrike">
              <a:solidFill>
                <a:schemeClr val="lt1"/>
              </a:solidFill>
              <a:effectLst/>
              <a:uFillTx/>
              <a:latin typeface="Corbel"/>
            </a:endParaRPr>
          </a:p>
        </p:txBody>
      </p:sp>
      <p:sp>
        <p:nvSpPr>
          <p:cNvPr id="275" name="PlaceHolder 3"/>
          <p:cNvSpPr>
            <a:spLocks noGrp="1"/>
          </p:cNvSpPr>
          <p:nvPr>
            <p:ph type="dt" idx="85"/>
          </p:nvPr>
        </p:nvSpPr>
        <p:spPr>
          <a:xfrm>
            <a:off x="3404880" y="6426720"/>
            <a:ext cx="121860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276" name="PlaceHolder 4"/>
          <p:cNvSpPr>
            <a:spLocks noGrp="1"/>
          </p:cNvSpPr>
          <p:nvPr>
            <p:ph type="ftr" idx="86"/>
          </p:nvPr>
        </p:nvSpPr>
        <p:spPr>
          <a:xfrm>
            <a:off x="4897080" y="6426720"/>
            <a:ext cx="516312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277" name="PlaceHolder 5"/>
          <p:cNvSpPr>
            <a:spLocks noGrp="1"/>
          </p:cNvSpPr>
          <p:nvPr>
            <p:ph type="sldNum" idx="87"/>
          </p:nvPr>
        </p:nvSpPr>
        <p:spPr>
          <a:xfrm>
            <a:off x="10333440" y="6426720"/>
            <a:ext cx="122400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278" name="Forma libre: Forma 58"/>
          <p:cNvSpPr/>
          <p:nvPr/>
        </p:nvSpPr>
        <p:spPr>
          <a:xfrm rot="20240400">
            <a:off x="-105480" y="2624760"/>
            <a:ext cx="1546920" cy="826920"/>
          </a:xfrm>
          <a:custGeom>
            <a:avLst/>
            <a:gdLst>
              <a:gd name="textAreaLeft" fmla="*/ 0 w 1546920"/>
              <a:gd name="textAreaRight" fmla="*/ 1547280 w 1546920"/>
              <a:gd name="textAreaTop" fmla="*/ 0 h 826920"/>
              <a:gd name="textAreaBottom" fmla="*/ 827280 h 826920"/>
              <a:gd name="GluePoint1X" fmla="*/ 1547447 w 1547447"/>
              <a:gd name="GluePoint1Y" fmla="*/ 212249 h 827310"/>
              <a:gd name="GluePoint2X" fmla="*/ 1547447 w 1547447"/>
              <a:gd name="GluePoint2Y" fmla="*/ 796269 h 827310"/>
              <a:gd name="GluePoint3X" fmla="*/ 1477223 w 1547447"/>
              <a:gd name="GluePoint3Y" fmla="*/ 807858 h 827310"/>
              <a:gd name="GluePoint4X" fmla="*/ 180825 w 1547447"/>
              <a:gd name="GluePoint4Y" fmla="*/ 623387 h 827310"/>
              <a:gd name="GluePoint5X" fmla="*/ 0 w 1547447"/>
              <a:gd name="GluePoint5Y" fmla="*/ 532955 h 827310"/>
              <a:gd name="GluePoint6X" fmla="*/ 222520 w 1547447"/>
              <a:gd name="GluePoint6Y" fmla="*/ 0 h 827310"/>
              <a:gd name="GluePoint7X" fmla="*/ 228013 w 1547447"/>
              <a:gd name="GluePoint7Y" fmla="*/ 3424 h 827310"/>
              <a:gd name="GluePoint8X" fmla="*/ 864712 w 1547447"/>
              <a:gd name="GluePoint8Y" fmla="*/ 227118 h 827310"/>
              <a:gd name="GluePoint9X" fmla="*/ 1539946 w 1547447"/>
              <a:gd name="GluePoint9Y" fmla="*/ 214076 h 827310"/>
              <a:gd name="GluePoint10X" fmla="*/ 1547447 w 1547447"/>
              <a:gd name="GluePoint10Y" fmla="*/ 212249 h 8273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79" name="Forma libre: Forma 52"/>
          <p:cNvSpPr/>
          <p:nvPr/>
        </p:nvSpPr>
        <p:spPr>
          <a:xfrm>
            <a:off x="3404880" y="854280"/>
            <a:ext cx="387720" cy="354240"/>
          </a:xfrm>
          <a:custGeom>
            <a:avLst/>
            <a:gdLst>
              <a:gd name="textAreaLeft" fmla="*/ 0 w 387720"/>
              <a:gd name="textAreaRight" fmla="*/ 388080 w 387720"/>
              <a:gd name="textAreaTop" fmla="*/ 0 h 354240"/>
              <a:gd name="textAreaBottom" fmla="*/ 354600 h 354240"/>
              <a:gd name="GluePoint1X" fmla="*/ 0 w 387994"/>
              <a:gd name="GluePoint1Y" fmla="*/ 0 h 354492"/>
              <a:gd name="GluePoint2X" fmla="*/ 387994 w 387994"/>
              <a:gd name="GluePoint2Y" fmla="*/ 354492 h 354492"/>
              <a:gd name="GluePoint3X" fmla="*/ 0 w 387994"/>
              <a:gd name="GluePoint3Y" fmla="*/ 1 h 354492"/>
              <a:gd name="GluePoint4X" fmla="*/ 0 w 387994"/>
              <a:gd name="GluePoint4Y" fmla="*/ 0 h 3544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87994" h="354492">
                <a:moveTo>
                  <a:pt x="0" y="0"/>
                </a:moveTo>
                <a:lnTo>
                  <a:pt x="387994" y="354492"/>
                </a:lnTo>
                <a:lnTo>
                  <a:pt x="0" y="1"/>
                </a:lnTo>
                <a:lnTo>
                  <a:pt x="0"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0" name="Forma libre: Forma 49"/>
          <p:cNvSpPr/>
          <p:nvPr/>
        </p:nvSpPr>
        <p:spPr>
          <a:xfrm>
            <a:off x="383400" y="-1080"/>
            <a:ext cx="3445920" cy="3094200"/>
          </a:xfrm>
          <a:custGeom>
            <a:avLst/>
            <a:gdLst>
              <a:gd name="textAreaLeft" fmla="*/ 0 w 3445920"/>
              <a:gd name="textAreaRight" fmla="*/ 3446280 w 3445920"/>
              <a:gd name="textAreaTop" fmla="*/ 0 h 3094200"/>
              <a:gd name="textAreaBottom" fmla="*/ 3094560 h 3094200"/>
              <a:gd name="GluePoint1X" fmla="*/ 7509 w 3446155"/>
              <a:gd name="GluePoint1Y" fmla="*/ 0 h 3094423"/>
              <a:gd name="GluePoint2X" fmla="*/ 590577 w 3446155"/>
              <a:gd name="GluePoint2Y" fmla="*/ 0 h 3094423"/>
              <a:gd name="GluePoint3X" fmla="*/ 585725 w 3446155"/>
              <a:gd name="GluePoint3Y" fmla="*/ 15360 h 3094423"/>
              <a:gd name="GluePoint4X" fmla="*/ 663728 w 3446155"/>
              <a:gd name="GluePoint4Y" fmla="*/ 490396 h 3094423"/>
              <a:gd name="GluePoint5X" fmla="*/ 975956 w 3446155"/>
              <a:gd name="GluePoint5Y" fmla="*/ 903190 h 3094423"/>
              <a:gd name="GluePoint6X" fmla="*/ 1426404 w 3446155"/>
              <a:gd name="GluePoint6Y" fmla="*/ 1187456 h 3094423"/>
              <a:gd name="GluePoint7X" fmla="*/ 1668612 w 3446155"/>
              <a:gd name="GluePoint7Y" fmla="*/ 1266709 h 3094423"/>
              <a:gd name="GluePoint8X" fmla="*/ 1538285 w 3446155"/>
              <a:gd name="GluePoint8Y" fmla="*/ 353491 h 3094423"/>
              <a:gd name="GluePoint9X" fmla="*/ 1355524 w 3446155"/>
              <a:gd name="GluePoint9Y" fmla="*/ 69783 h 3094423"/>
              <a:gd name="GluePoint10X" fmla="*/ 1289414 w 3446155"/>
              <a:gd name="GluePoint10Y" fmla="*/ 0 h 3094423"/>
              <a:gd name="GluePoint11X" fmla="*/ 2004363 w 3446155"/>
              <a:gd name="GluePoint11Y" fmla="*/ 0 h 3094423"/>
              <a:gd name="GluePoint12X" fmla="*/ 2067168 w 3446155"/>
              <a:gd name="GluePoint12Y" fmla="*/ 126604 h 3094423"/>
              <a:gd name="GluePoint13X" fmla="*/ 2243861 w 3446155"/>
              <a:gd name="GluePoint13Y" fmla="*/ 1289306 h 3094423"/>
              <a:gd name="GluePoint14X" fmla="*/ 2458302 w 3446155"/>
              <a:gd name="GluePoint14Y" fmla="*/ 1234950 h 3094423"/>
              <a:gd name="GluePoint15X" fmla="*/ 2904084 w 3446155"/>
              <a:gd name="GluePoint15Y" fmla="*/ 971866 h 3094423"/>
              <a:gd name="GluePoint16X" fmla="*/ 2999656 w 3446155"/>
              <a:gd name="GluePoint16Y" fmla="*/ 880240 h 3094423"/>
              <a:gd name="GluePoint17X" fmla="*/ 3021492 w 3446155"/>
              <a:gd name="GluePoint17Y" fmla="*/ 855365 h 3094423"/>
              <a:gd name="GluePoint18X" fmla="*/ 3409486 w 3446155"/>
              <a:gd name="GluePoint18Y" fmla="*/ 1209856 h 3094423"/>
              <a:gd name="GluePoint19X" fmla="*/ 3446155 w 3446155"/>
              <a:gd name="GluePoint19Y" fmla="*/ 1243359 h 3094423"/>
              <a:gd name="GluePoint20X" fmla="*/ 3414042 w 3446155"/>
              <a:gd name="GluePoint20Y" fmla="*/ 1279908 h 3094423"/>
              <a:gd name="GluePoint21X" fmla="*/ 3282933 w 3446155"/>
              <a:gd name="GluePoint21Y" fmla="*/ 1405637 h 3094423"/>
              <a:gd name="GluePoint22X" fmla="*/ 2646213 w 3446155"/>
              <a:gd name="GluePoint22Y" fmla="*/ 1779352 h 3094423"/>
              <a:gd name="GluePoint23X" fmla="*/ 2117280 w 3446155"/>
              <a:gd name="GluePoint23Y" fmla="*/ 1880792 h 3094423"/>
              <a:gd name="GluePoint24X" fmla="*/ 1637019 w 3446155"/>
              <a:gd name="GluePoint24Y" fmla="*/ 2692156 h 3094423"/>
              <a:gd name="GluePoint25X" fmla="*/ 1235530 w 3446155"/>
              <a:gd name="GluePoint25Y" fmla="*/ 3038499 h 3094423"/>
              <a:gd name="GluePoint26X" fmla="*/ 1146149 w 3446155"/>
              <a:gd name="GluePoint26Y" fmla="*/ 3094423 h 3094423"/>
              <a:gd name="GluePoint27X" fmla="*/ 921133 w 3446155"/>
              <a:gd name="GluePoint27Y" fmla="*/ 2555491 h 3094423"/>
              <a:gd name="GluePoint28X" fmla="*/ 1021749 w 3446155"/>
              <a:gd name="GluePoint28Y" fmla="*/ 2481424 h 3094423"/>
              <a:gd name="GluePoint29X" fmla="*/ 1213083 w 3446155"/>
              <a:gd name="GluePoint29Y" fmla="*/ 2303264 h 3094423"/>
              <a:gd name="GluePoint30X" fmla="*/ 1523538 w 3446155"/>
              <a:gd name="GluePoint30Y" fmla="*/ 1821348 h 3094423"/>
              <a:gd name="GluePoint31X" fmla="*/ 1205507 w 3446155"/>
              <a:gd name="GluePoint31Y" fmla="*/ 1716581 h 3094423"/>
              <a:gd name="GluePoint32X" fmla="*/ 590439 w 3446155"/>
              <a:gd name="GluePoint32Y" fmla="*/ 1328034 h 3094423"/>
              <a:gd name="GluePoint33X" fmla="*/ 146829 w 3446155"/>
              <a:gd name="GluePoint33Y" fmla="*/ 738243 h 3094423"/>
              <a:gd name="GluePoint34X" fmla="*/ 2 w 3446155"/>
              <a:gd name="GluePoint34Y" fmla="*/ 118882 h 3094423"/>
              <a:gd name="GluePoint35X" fmla="*/ 4342 w 3446155"/>
              <a:gd name="GluePoint35Y" fmla="*/ 24020 h 3094423"/>
              <a:gd name="GluePoint36X" fmla="*/ 7509 w 3446155"/>
              <a:gd name="GluePoint36Y" fmla="*/ 0 h 30944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textAreaLeft" t="textAreaTop" r="textAreaRight" b="textAreaBottom"/>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1" name="Forma libre: Forma 48"/>
          <p:cNvSpPr/>
          <p:nvPr/>
        </p:nvSpPr>
        <p:spPr>
          <a:xfrm>
            <a:off x="3404880" y="-1080"/>
            <a:ext cx="979560" cy="1243080"/>
          </a:xfrm>
          <a:custGeom>
            <a:avLst/>
            <a:gdLst>
              <a:gd name="textAreaLeft" fmla="*/ 0 w 979560"/>
              <a:gd name="textAreaRight" fmla="*/ 979920 w 979560"/>
              <a:gd name="textAreaTop" fmla="*/ 0 h 1243080"/>
              <a:gd name="textAreaBottom" fmla="*/ 1243440 h 1243080"/>
              <a:gd name="GluePoint1X" fmla="*/ 402254 w 979889"/>
              <a:gd name="GluePoint1Y" fmla="*/ 0 h 1243358"/>
              <a:gd name="GluePoint2X" fmla="*/ 979889 w 979889"/>
              <a:gd name="GluePoint2Y" fmla="*/ 0 h 1243358"/>
              <a:gd name="GluePoint3X" fmla="*/ 961636 w 979889"/>
              <a:gd name="GluePoint3Y" fmla="*/ 149996 h 1243358"/>
              <a:gd name="GluePoint4X" fmla="*/ 827106 w 979889"/>
              <a:gd name="GluePoint4Y" fmla="*/ 613420 h 1243358"/>
              <a:gd name="GluePoint5X" fmla="*/ 827187 w 979889"/>
              <a:gd name="GluePoint5Y" fmla="*/ 614850 h 1243358"/>
              <a:gd name="GluePoint6X" fmla="*/ 718445 w 979889"/>
              <a:gd name="GluePoint6Y" fmla="*/ 838170 h 1243358"/>
              <a:gd name="GluePoint7X" fmla="*/ 512708 w 979889"/>
              <a:gd name="GluePoint7Y" fmla="*/ 1143150 h 1243358"/>
              <a:gd name="GluePoint8X" fmla="*/ 424663 w 979889"/>
              <a:gd name="GluePoint8Y" fmla="*/ 1243358 h 1243358"/>
              <a:gd name="GluePoint9X" fmla="*/ 387995 w 979889"/>
              <a:gd name="GluePoint9Y" fmla="*/ 1209856 h 1243358"/>
              <a:gd name="GluePoint10X" fmla="*/ 1 w 979889"/>
              <a:gd name="GluePoint10Y" fmla="*/ 855364 h 1243358"/>
              <a:gd name="GluePoint11X" fmla="*/ 1 w 979889"/>
              <a:gd name="GluePoint11Y" fmla="*/ 855365 h 1243358"/>
              <a:gd name="GluePoint12X" fmla="*/ 0 w 979889"/>
              <a:gd name="GluePoint12Y" fmla="*/ 855364 h 1243358"/>
              <a:gd name="GluePoint13X" fmla="*/ 65958 w 979889"/>
              <a:gd name="GluePoint13Y" fmla="*/ 780219 h 1243358"/>
              <a:gd name="GluePoint14X" fmla="*/ 216956 w 979889"/>
              <a:gd name="GluePoint14Y" fmla="*/ 556802 h 1243358"/>
              <a:gd name="GluePoint15X" fmla="*/ 395544 w 979889"/>
              <a:gd name="GluePoint15Y" fmla="*/ 54297 h 1243358"/>
              <a:gd name="GluePoint16X" fmla="*/ 402254 w 979889"/>
              <a:gd name="GluePoint16Y" fmla="*/ 0 h 12433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ítulo 3">
    <p:bg>
      <p:bgPr>
        <a:solidFill>
          <a:srgbClr val="3d47a1"/>
        </a:solidFill>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1577160" y="1122480"/>
            <a:ext cx="9037800" cy="2859120"/>
          </a:xfrm>
          <a:prstGeom prst="rect">
            <a:avLst/>
          </a:prstGeom>
          <a:noFill/>
          <a:ln w="0">
            <a:noFill/>
          </a:ln>
        </p:spPr>
        <p:txBody>
          <a:bodyPr lIns="91440" rIns="91440" tIns="45720" bIns="45720" anchor="b">
            <a:normAutofit fontScale="92500" lnSpcReduction="9999"/>
          </a:bodyPr>
          <a:p>
            <a:pPr indent="0" algn="ctr" defTabSz="914400">
              <a:lnSpc>
                <a:spcPct val="90000"/>
              </a:lnSpc>
              <a:buNone/>
            </a:pPr>
            <a:r>
              <a:rPr lang="es" sz="6000" b="0" u="none" strike="noStrike" cap="all">
                <a:solidFill>
                  <a:schemeClr val="lt1"/>
                </a:solidFill>
                <a:effectLst/>
                <a:uFillTx/>
                <a:latin typeface="Verdana Pro Black"/>
              </a:rPr>
              <a:t>Haga clic para modificar el estilo de título del patrón</a:t>
            </a:r>
            <a:endParaRPr lang="en-US" sz="6000" b="0" u="none" strike="noStrike">
              <a:solidFill>
                <a:schemeClr val="lt1"/>
              </a:solidFill>
              <a:effectLst/>
              <a:uFillTx/>
              <a:latin typeface="Corbel"/>
            </a:endParaRPr>
          </a:p>
        </p:txBody>
      </p:sp>
      <p:sp>
        <p:nvSpPr>
          <p:cNvPr id="283" name="Forma libre: Forma 58"/>
          <p:cNvSpPr/>
          <p:nvPr/>
        </p:nvSpPr>
        <p:spPr>
          <a:xfrm flipH="1" rot="12540000">
            <a:off x="8449200" y="-9360"/>
            <a:ext cx="1134360" cy="779040"/>
          </a:xfrm>
          <a:custGeom>
            <a:avLst/>
            <a:gdLst>
              <a:gd name="textAreaLeft" fmla="*/ -360 w 1134360"/>
              <a:gd name="textAreaRight" fmla="*/ 1134360 w 1134360"/>
              <a:gd name="textAreaTop" fmla="*/ 0 h 779040"/>
              <a:gd name="textAreaBottom" fmla="*/ 779400 h 779040"/>
              <a:gd name="GluePoint1X" fmla="*/ 0 w 1134651"/>
              <a:gd name="GluePoint1Y" fmla="*/ 509734 h 779546"/>
              <a:gd name="GluePoint2X" fmla="*/ 486768 w 1134651"/>
              <a:gd name="GluePoint2Y" fmla="*/ 779546 h 779546"/>
              <a:gd name="GluePoint3X" fmla="*/ 517880 w 1134651"/>
              <a:gd name="GluePoint3Y" fmla="*/ 749804 h 779546"/>
              <a:gd name="GluePoint4X" fmla="*/ 1022890 w 1134651"/>
              <a:gd name="GluePoint4Y" fmla="*/ 539784 h 779546"/>
              <a:gd name="GluePoint5X" fmla="*/ 1109187 w 1134651"/>
              <a:gd name="GluePoint5Y" fmla="*/ 538585 h 779546"/>
              <a:gd name="GluePoint6X" fmla="*/ 1134651 w 1134651"/>
              <a:gd name="GluePoint6Y" fmla="*/ 541921 h 779546"/>
              <a:gd name="GluePoint7X" fmla="*/ 1134651 w 1134651"/>
              <a:gd name="GluePoint7Y" fmla="*/ 0 h 779546"/>
              <a:gd name="GluePoint8X" fmla="*/ 983036 w 1134651"/>
              <a:gd name="GluePoint8Y" fmla="*/ 1272 h 779546"/>
              <a:gd name="GluePoint9X" fmla="*/ 374926 w 1134651"/>
              <a:gd name="GluePoint9Y" fmla="*/ 191294 h 779546"/>
              <a:gd name="GluePoint10X" fmla="*/ 2835 w 1134651"/>
              <a:gd name="GluePoint10Y" fmla="*/ 506038 h 77954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4" name="Forma libre: Forma 56"/>
          <p:cNvSpPr/>
          <p:nvPr/>
        </p:nvSpPr>
        <p:spPr>
          <a:xfrm flipH="1" rot="14887200">
            <a:off x="11164680" y="1837440"/>
            <a:ext cx="1383120" cy="624960"/>
          </a:xfrm>
          <a:custGeom>
            <a:avLst/>
            <a:gdLst>
              <a:gd name="textAreaLeft" fmla="*/ 360 w 1383120"/>
              <a:gd name="textAreaRight" fmla="*/ 1383840 w 1383120"/>
              <a:gd name="textAreaTop" fmla="*/ 0 h 624960"/>
              <a:gd name="textAreaBottom" fmla="*/ 625320 h 624960"/>
              <a:gd name="GluePoint1X" fmla="*/ 0 w 1383355"/>
              <a:gd name="GluePoint1Y" fmla="*/ 541207 h 625318"/>
              <a:gd name="GluePoint2X" fmla="*/ 133567 w 1383355"/>
              <a:gd name="GluePoint2Y" fmla="*/ 540140 h 625318"/>
              <a:gd name="GluePoint3X" fmla="*/ 576680 w 1383355"/>
              <a:gd name="GluePoint3Y" fmla="*/ 553513 h 625318"/>
              <a:gd name="GluePoint4X" fmla="*/ 721605 w 1383355"/>
              <a:gd name="GluePoint4Y" fmla="*/ 586465 h 625318"/>
              <a:gd name="GluePoint5X" fmla="*/ 812619 w 1383355"/>
              <a:gd name="GluePoint5Y" fmla="*/ 625318 h 625318"/>
              <a:gd name="GluePoint6X" fmla="*/ 1383355 w 1383355"/>
              <a:gd name="GluePoint6Y" fmla="*/ 396064 h 625318"/>
              <a:gd name="GluePoint7X" fmla="*/ 1346158 w 1383355"/>
              <a:gd name="GluePoint7Y" fmla="*/ 351251 h 625318"/>
              <a:gd name="GluePoint8X" fmla="*/ 653570 w 1383355"/>
              <a:gd name="GluePoint8Y" fmla="*/ 20297 h 625318"/>
              <a:gd name="GluePoint9X" fmla="*/ 126580 w 1383355"/>
              <a:gd name="GluePoint9Y" fmla="*/ 1362 h 625318"/>
              <a:gd name="GluePoint10X" fmla="*/ 0 w 1383355"/>
              <a:gd name="GluePoint10Y" fmla="*/ 2050 h 6253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5" name="Forma libre: Forma 33"/>
          <p:cNvSpPr/>
          <p:nvPr/>
        </p:nvSpPr>
        <p:spPr>
          <a:xfrm flipH="1" rot="14887200">
            <a:off x="9671400" y="-23400"/>
            <a:ext cx="1664640" cy="2148480"/>
          </a:xfrm>
          <a:custGeom>
            <a:avLst/>
            <a:gdLst>
              <a:gd name="textAreaLeft" fmla="*/ 360 w 1664640"/>
              <a:gd name="textAreaRight" fmla="*/ 1665360 w 1664640"/>
              <a:gd name="textAreaTop" fmla="*/ 0 h 2148480"/>
              <a:gd name="textAreaBottom" fmla="*/ 2148840 h 2148480"/>
              <a:gd name="GluePoint1X" fmla="*/ 341896 w 1665084"/>
              <a:gd name="GluePoint1Y" fmla="*/ 0 h 2148669"/>
              <a:gd name="GluePoint2X" fmla="*/ 349805 w 1665084"/>
              <a:gd name="GluePoint2Y" fmla="*/ 6322 h 2148669"/>
              <a:gd name="GluePoint3X" fmla="*/ 612422 w 1665084"/>
              <a:gd name="GluePoint3Y" fmla="*/ 388163 h 2148669"/>
              <a:gd name="GluePoint4X" fmla="*/ 722991 w 1665084"/>
              <a:gd name="GluePoint4Y" fmla="*/ 872653 h 2148669"/>
              <a:gd name="GluePoint5X" fmla="*/ 828306 w 1665084"/>
              <a:gd name="GluePoint5Y" fmla="*/ 1315031 h 2148669"/>
              <a:gd name="GluePoint6X" fmla="*/ 1608513 w 1665084"/>
              <a:gd name="GluePoint6Y" fmla="*/ 1609375 h 2148669"/>
              <a:gd name="GluePoint7X" fmla="*/ 1665084 w 1665084"/>
              <a:gd name="GluePoint7Y" fmla="*/ 1609068 h 2148669"/>
              <a:gd name="GluePoint8X" fmla="*/ 1665084 w 1665084"/>
              <a:gd name="GluePoint8Y" fmla="*/ 2148225 h 2148669"/>
              <a:gd name="GluePoint9X" fmla="*/ 1609449 w 1665084"/>
              <a:gd name="GluePoint9Y" fmla="*/ 2148669 h 2148669"/>
              <a:gd name="GluePoint10X" fmla="*/ 1023644 w 1665084"/>
              <a:gd name="GluePoint10Y" fmla="*/ 2089736 h 2148669"/>
              <a:gd name="GluePoint11X" fmla="*/ 338579 w 1665084"/>
              <a:gd name="GluePoint11Y" fmla="*/ 1540519 h 2148669"/>
              <a:gd name="GluePoint12X" fmla="*/ 188894 w 1665084"/>
              <a:gd name="GluePoint12Y" fmla="*/ 948505 h 2148669"/>
              <a:gd name="GluePoint13X" fmla="*/ 36276 w 1665084"/>
              <a:gd name="GluePoint13Y" fmla="*/ 458792 h 2148669"/>
              <a:gd name="GluePoint14X" fmla="*/ 0 w 1665084"/>
              <a:gd name="GluePoint14Y" fmla="*/ 420458 h 2148669"/>
              <a:gd name="GluePoint15X" fmla="*/ 341896 w 1665084"/>
              <a:gd name="GluePoint15Y" fmla="*/ 0 h 21486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6" name="Forma libre: Forma 54"/>
          <p:cNvSpPr/>
          <p:nvPr/>
        </p:nvSpPr>
        <p:spPr>
          <a:xfrm rot="1069800">
            <a:off x="-178920" y="3881880"/>
            <a:ext cx="1385280" cy="1058400"/>
          </a:xfrm>
          <a:custGeom>
            <a:avLst/>
            <a:gdLst>
              <a:gd name="textAreaLeft" fmla="*/ 0 w 1385280"/>
              <a:gd name="textAreaRight" fmla="*/ 1385640 w 1385280"/>
              <a:gd name="textAreaTop" fmla="*/ 0 h 1058400"/>
              <a:gd name="textAreaBottom" fmla="*/ 1058760 h 1058400"/>
              <a:gd name="GluePoint1X" fmla="*/ 0 w 1385734"/>
              <a:gd name="GluePoint1Y" fmla="*/ 52608 h 1058815"/>
              <a:gd name="GluePoint2X" fmla="*/ 116631 w 1385734"/>
              <a:gd name="GluePoint2Y" fmla="*/ 20798 h 1058815"/>
              <a:gd name="GluePoint3X" fmla="*/ 374595 w 1385734"/>
              <a:gd name="GluePoint3Y" fmla="*/ 1265 h 1058815"/>
              <a:gd name="GluePoint4X" fmla="*/ 1339943 w 1385734"/>
              <a:gd name="GluePoint4Y" fmla="*/ 545751 h 1058815"/>
              <a:gd name="GluePoint5X" fmla="*/ 1385734 w 1385734"/>
              <a:gd name="GluePoint5Y" fmla="*/ 594191 h 1058815"/>
              <a:gd name="GluePoint6X" fmla="*/ 1035757 w 1385734"/>
              <a:gd name="GluePoint6Y" fmla="*/ 1058815 h 1058815"/>
              <a:gd name="GluePoint7X" fmla="*/ 1027938 w 1385734"/>
              <a:gd name="GluePoint7Y" fmla="*/ 1050658 h 1058815"/>
              <a:gd name="GluePoint8X" fmla="*/ 345597 w 1385734"/>
              <a:gd name="GluePoint8Y" fmla="*/ 574034 h 1058815"/>
              <a:gd name="GluePoint9X" fmla="*/ 188624 w 1385734"/>
              <a:gd name="GluePoint9Y" fmla="*/ 594322 h 1058815"/>
              <a:gd name="GluePoint10X" fmla="*/ 175874 w 1385734"/>
              <a:gd name="GluePoint10Y" fmla="*/ 599526 h 1058815"/>
              <a:gd name="GluePoint11X" fmla="*/ 0 w 1385734"/>
              <a:gd name="GluePoint11Y" fmla="*/ 52608 h 10588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7" name="Forma libre: Forma 53"/>
          <p:cNvSpPr/>
          <p:nvPr/>
        </p:nvSpPr>
        <p:spPr>
          <a:xfrm rot="1069800">
            <a:off x="1639080" y="5723280"/>
            <a:ext cx="1544040" cy="1092240"/>
          </a:xfrm>
          <a:custGeom>
            <a:avLst/>
            <a:gdLst>
              <a:gd name="textAreaLeft" fmla="*/ 0 w 1544040"/>
              <a:gd name="textAreaRight" fmla="*/ 1544400 w 1544040"/>
              <a:gd name="textAreaTop" fmla="*/ 0 h 1092240"/>
              <a:gd name="textAreaBottom" fmla="*/ 1092600 h 1092240"/>
              <a:gd name="GluePoint1X" fmla="*/ 0 w 1544370"/>
              <a:gd name="GluePoint1Y" fmla="*/ 0 h 1092573"/>
              <a:gd name="GluePoint2X" fmla="*/ 114996 w 1544370"/>
              <a:gd name="GluePoint2Y" fmla="*/ 2654 h 1092573"/>
              <a:gd name="GluePoint3X" fmla="*/ 721900 w 1544370"/>
              <a:gd name="GluePoint3Y" fmla="*/ 90921 h 1092573"/>
              <a:gd name="GluePoint4X" fmla="*/ 1490181 w 1544370"/>
              <a:gd name="GluePoint4Y" fmla="*/ 798903 h 1092573"/>
              <a:gd name="GluePoint5X" fmla="*/ 1544370 w 1544370"/>
              <a:gd name="GluePoint5Y" fmla="*/ 915932 h 1092573"/>
              <a:gd name="GluePoint6X" fmla="*/ 995067 w 1544370"/>
              <a:gd name="GluePoint6Y" fmla="*/ 1092573 h 1092573"/>
              <a:gd name="GluePoint7X" fmla="*/ 924108 w 1544370"/>
              <a:gd name="GluePoint7Y" fmla="*/ 966667 h 1092573"/>
              <a:gd name="GluePoint8X" fmla="*/ 508792 w 1544370"/>
              <a:gd name="GluePoint8Y" fmla="*/ 623764 h 1092573"/>
              <a:gd name="GluePoint9X" fmla="*/ 113070 w 1544370"/>
              <a:gd name="GluePoint9Y" fmla="*/ 576194 h 1092573"/>
              <a:gd name="GluePoint10X" fmla="*/ 0 w 1544370"/>
              <a:gd name="GluePoint10Y" fmla="*/ 575109 h 1092573"/>
              <a:gd name="GluePoint11X" fmla="*/ 0 w 1544370"/>
              <a:gd name="GluePoint11Y" fmla="*/ 0 h 10925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288" name="Forma libre: Forma 51"/>
          <p:cNvSpPr/>
          <p:nvPr/>
        </p:nvSpPr>
        <p:spPr>
          <a:xfrm rot="1069800">
            <a:off x="613440" y="4743720"/>
            <a:ext cx="1260000" cy="1151640"/>
          </a:xfrm>
          <a:custGeom>
            <a:avLst/>
            <a:gdLst>
              <a:gd name="textAreaLeft" fmla="*/ 0 w 1260000"/>
              <a:gd name="textAreaRight" fmla="*/ 1260360 w 1260000"/>
              <a:gd name="textAreaTop" fmla="*/ 0 h 1151640"/>
              <a:gd name="textAreaBottom" fmla="*/ 1152000 h 1151640"/>
              <a:gd name="GluePoint1X" fmla="*/ 349977 w 1260308"/>
              <a:gd name="GluePoint1Y" fmla="*/ 0 h 1151929"/>
              <a:gd name="GluePoint2X" fmla="*/ 410487 w 1260308"/>
              <a:gd name="GluePoint2Y" fmla="*/ 64011 h 1151929"/>
              <a:gd name="GluePoint3X" fmla="*/ 1028982 w 1260308"/>
              <a:gd name="GluePoint3Y" fmla="*/ 549099 h 1151929"/>
              <a:gd name="GluePoint4X" fmla="*/ 1192130 w 1260308"/>
              <a:gd name="GluePoint4Y" fmla="*/ 575246 h 1151929"/>
              <a:gd name="GluePoint5X" fmla="*/ 1260308 w 1260308"/>
              <a:gd name="GluePoint5Y" fmla="*/ 576820 h 1151929"/>
              <a:gd name="GluePoint6X" fmla="*/ 1260308 w 1260308"/>
              <a:gd name="GluePoint6Y" fmla="*/ 1151929 h 1151929"/>
              <a:gd name="GluePoint7X" fmla="*/ 1256475 w 1260308"/>
              <a:gd name="GluePoint7Y" fmla="*/ 1151892 h 1151929"/>
              <a:gd name="GluePoint8X" fmla="*/ 870629 w 1260308"/>
              <a:gd name="GluePoint8Y" fmla="*/ 1100438 h 1151929"/>
              <a:gd name="GluePoint9X" fmla="*/ 175872 w 1260308"/>
              <a:gd name="GluePoint9Y" fmla="*/ 648101 h 1151929"/>
              <a:gd name="GluePoint10X" fmla="*/ 0 w 1260308"/>
              <a:gd name="GluePoint10Y" fmla="*/ 464624 h 1151929"/>
              <a:gd name="GluePoint11X" fmla="*/ 349977 w 1260308"/>
              <a:gd name="GluePoint11Y" fmla="*/ 0 h 11519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úmero grande 2">
    <p:bg>
      <p:bgPr>
        <a:solidFill>
          <a:srgbClr val="f7f7f7"/>
        </a:solidFill>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1190520" y="4683240"/>
            <a:ext cx="9810360" cy="1173600"/>
          </a:xfrm>
          <a:prstGeom prst="rect">
            <a:avLst/>
          </a:prstGeom>
          <a:noFill/>
          <a:ln w="0">
            <a:noFill/>
          </a:ln>
        </p:spPr>
        <p:txBody>
          <a:bodyPr lIns="91440" rIns="91440" tIns="45720" bIns="45720" anchor="t">
            <a:normAutofit/>
          </a:bodyPr>
          <a:p>
            <a:pPr indent="0" algn="ctr" defTabSz="914400">
              <a:lnSpc>
                <a:spcPct val="110000"/>
              </a:lnSpc>
              <a:buNone/>
            </a:pPr>
            <a:r>
              <a:rPr lang="es" sz="2400" b="0" u="none" strike="noStrike" cap="all">
                <a:solidFill>
                  <a:schemeClr val="dk1"/>
                </a:solidFill>
                <a:effectLst/>
                <a:uFillTx/>
                <a:latin typeface="Corbel"/>
              </a:rPr>
              <a:t>Haga clic para modificar el estilo de título del patrón</a:t>
            </a:r>
            <a:endParaRPr lang="en-US" sz="2400" b="0" u="none" strike="noStrike">
              <a:solidFill>
                <a:schemeClr val="dk1"/>
              </a:solidFill>
              <a:effectLst/>
              <a:uFillTx/>
              <a:latin typeface="Corbel"/>
            </a:endParaRPr>
          </a:p>
        </p:txBody>
      </p:sp>
      <p:sp>
        <p:nvSpPr>
          <p:cNvPr id="290" name="PlaceHolder 2"/>
          <p:cNvSpPr>
            <a:spLocks noGrp="1"/>
          </p:cNvSpPr>
          <p:nvPr>
            <p:ph type="body"/>
          </p:nvPr>
        </p:nvSpPr>
        <p:spPr>
          <a:xfrm>
            <a:off x="633960" y="635040"/>
            <a:ext cx="10923480" cy="4047840"/>
          </a:xfrm>
          <a:prstGeom prst="rect">
            <a:avLst/>
          </a:prstGeom>
          <a:noFill/>
          <a:ln w="0">
            <a:noFill/>
          </a:ln>
        </p:spPr>
        <p:txBody>
          <a:bodyPr lIns="91440" rIns="91440" tIns="45720" bIns="45720" anchor="b">
            <a:noAutofit/>
          </a:bodyPr>
          <a:p>
            <a:pPr indent="0" algn="ctr" defTabSz="914400">
              <a:lnSpc>
                <a:spcPct val="90000"/>
              </a:lnSpc>
              <a:spcBef>
                <a:spcPts val="1001"/>
              </a:spcBef>
              <a:spcAft>
                <a:spcPts val="601"/>
              </a:spcAft>
              <a:buNone/>
              <a:tabLst>
                <a:tab algn="l" pos="0"/>
              </a:tabLst>
            </a:pPr>
            <a:r>
              <a:rPr lang="es" sz="23300" b="1" u="none" spc="99" strike="noStrike">
                <a:solidFill>
                  <a:schemeClr val="dk2"/>
                </a:solidFill>
                <a:effectLst/>
                <a:uFillTx/>
                <a:latin typeface="Verdana Pro Black"/>
              </a:rPr>
              <a:t>## %</a:t>
            </a:r>
            <a:endParaRPr lang="en-US" sz="23300" b="0" u="none" spc="99" strike="noStrike">
              <a:solidFill>
                <a:schemeClr val="dk1"/>
              </a:solidFill>
              <a:effectLst/>
              <a:uFillTx/>
              <a:latin typeface="Corbel"/>
            </a:endParaRPr>
          </a:p>
        </p:txBody>
      </p:sp>
      <p:sp>
        <p:nvSpPr>
          <p:cNvPr id="291" name="PlaceHolder 3"/>
          <p:cNvSpPr>
            <a:spLocks noGrp="1"/>
          </p:cNvSpPr>
          <p:nvPr>
            <p:ph type="dt" idx="88"/>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292" name="PlaceHolder 4"/>
          <p:cNvSpPr>
            <a:spLocks noGrp="1"/>
          </p:cNvSpPr>
          <p:nvPr>
            <p:ph type="ftr" idx="89"/>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93" name="PlaceHolder 5"/>
          <p:cNvSpPr>
            <a:spLocks noGrp="1"/>
          </p:cNvSpPr>
          <p:nvPr>
            <p:ph type="sldNum" idx="90"/>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úmero grande 3">
    <p:bg>
      <p:bgPr>
        <a:solidFill>
          <a:srgbClr val="3d47a1"/>
        </a:solidFill>
      </p:bgPr>
    </p:bg>
    <p:spTree>
      <p:nvGrpSpPr>
        <p:cNvPr id="1" name=""/>
        <p:cNvGrpSpPr/>
        <p:nvPr/>
      </p:nvGrpSpPr>
      <p:grpSpPr>
        <a:xfrm>
          <a:off x="0" y="0"/>
          <a:ext cx="0" cy="0"/>
          <a:chOff x="0" y="0"/>
          <a:chExt cx="0" cy="0"/>
        </a:xfrm>
      </p:grpSpPr>
      <p:sp>
        <p:nvSpPr>
          <p:cNvPr id="294" name="PlaceHolder 1"/>
          <p:cNvSpPr>
            <a:spLocks noGrp="1"/>
          </p:cNvSpPr>
          <p:nvPr>
            <p:ph type="title"/>
          </p:nvPr>
        </p:nvSpPr>
        <p:spPr>
          <a:xfrm>
            <a:off x="633960" y="3312000"/>
            <a:ext cx="6181560" cy="1416240"/>
          </a:xfrm>
          <a:prstGeom prst="rect">
            <a:avLst/>
          </a:prstGeom>
          <a:noFill/>
          <a:ln w="0">
            <a:noFill/>
          </a:ln>
        </p:spPr>
        <p:txBody>
          <a:bodyPr lIns="91440" rIns="91440" tIns="45720" bIns="45720" anchor="t">
            <a:normAutofit/>
          </a:bodyPr>
          <a:p>
            <a:pPr indent="0" defTabSz="914400">
              <a:lnSpc>
                <a:spcPct val="110000"/>
              </a:lnSpc>
              <a:buNone/>
            </a:pPr>
            <a:r>
              <a:rPr lang="es" sz="2400" b="0" u="none" strike="noStrike" cap="all">
                <a:solidFill>
                  <a:schemeClr val="lt1"/>
                </a:solidFill>
                <a:effectLst/>
                <a:uFillTx/>
                <a:latin typeface="Corbel"/>
              </a:rPr>
              <a:t>Haga clic para modificar el estilo de título del patrón</a:t>
            </a:r>
            <a:endParaRPr lang="en-US" sz="2400" b="0" u="none" strike="noStrike">
              <a:solidFill>
                <a:schemeClr val="lt1"/>
              </a:solidFill>
              <a:effectLst/>
              <a:uFillTx/>
              <a:latin typeface="Corbel"/>
            </a:endParaRPr>
          </a:p>
        </p:txBody>
      </p:sp>
      <p:sp>
        <p:nvSpPr>
          <p:cNvPr id="295" name="PlaceHolder 2"/>
          <p:cNvSpPr>
            <a:spLocks noGrp="1"/>
          </p:cNvSpPr>
          <p:nvPr>
            <p:ph type="body"/>
          </p:nvPr>
        </p:nvSpPr>
        <p:spPr>
          <a:xfrm>
            <a:off x="633240" y="644400"/>
            <a:ext cx="8354520" cy="2660400"/>
          </a:xfrm>
          <a:prstGeom prst="rect">
            <a:avLst/>
          </a:prstGeom>
          <a:noFill/>
          <a:ln w="0">
            <a:noFill/>
          </a:ln>
        </p:spPr>
        <p:txBody>
          <a:bodyPr lIns="91440" rIns="91440" tIns="45720" bIns="45720" anchor="t">
            <a:noAutofit/>
          </a:bodyPr>
          <a:p>
            <a:pPr indent="0" defTabSz="914400">
              <a:lnSpc>
                <a:spcPct val="90000"/>
              </a:lnSpc>
              <a:spcBef>
                <a:spcPts val="1001"/>
              </a:spcBef>
              <a:spcAft>
                <a:spcPts val="601"/>
              </a:spcAft>
              <a:buNone/>
              <a:tabLst>
                <a:tab algn="l" pos="0"/>
              </a:tabLst>
            </a:pPr>
            <a:r>
              <a:rPr lang="es" sz="18000" b="0" u="none" spc="99" strike="noStrike">
                <a:solidFill>
                  <a:schemeClr val="lt1"/>
                </a:solidFill>
                <a:effectLst/>
                <a:uFillTx/>
                <a:latin typeface="Verdana Pro Black"/>
              </a:rPr>
              <a:t>##%</a:t>
            </a:r>
            <a:endParaRPr lang="en-US" sz="18000" b="0" u="none" spc="99" strike="noStrike">
              <a:solidFill>
                <a:schemeClr val="lt1"/>
              </a:solidFill>
              <a:effectLst/>
              <a:uFillTx/>
              <a:latin typeface="Corbel"/>
            </a:endParaRPr>
          </a:p>
        </p:txBody>
      </p:sp>
      <p:sp>
        <p:nvSpPr>
          <p:cNvPr id="296" name="PlaceHolder 3"/>
          <p:cNvSpPr>
            <a:spLocks noGrp="1"/>
          </p:cNvSpPr>
          <p:nvPr>
            <p:ph type="dt" idx="91"/>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297" name="PlaceHolder 4"/>
          <p:cNvSpPr>
            <a:spLocks noGrp="1"/>
          </p:cNvSpPr>
          <p:nvPr>
            <p:ph type="ftr" idx="92"/>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298" name="PlaceHolder 5"/>
          <p:cNvSpPr>
            <a:spLocks noGrp="1"/>
          </p:cNvSpPr>
          <p:nvPr>
            <p:ph type="sldNum" idx="93"/>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299" name="Forma libre: Forma 101"/>
          <p:cNvSpPr/>
          <p:nvPr/>
        </p:nvSpPr>
        <p:spPr>
          <a:xfrm>
            <a:off x="9291960" y="3992760"/>
            <a:ext cx="1614240" cy="2009520"/>
          </a:xfrm>
          <a:custGeom>
            <a:avLst/>
            <a:gdLst>
              <a:gd name="textAreaLeft" fmla="*/ 0 w 1614240"/>
              <a:gd name="textAreaRight" fmla="*/ 1614600 w 1614240"/>
              <a:gd name="textAreaTop" fmla="*/ 0 h 2009520"/>
              <a:gd name="textAreaBottom" fmla="*/ 2009880 h 2009520"/>
              <a:gd name="GluePoint1X" fmla="*/ 422884 w 1614625"/>
              <a:gd name="GluePoint1Y" fmla="*/ 0 h 2009982"/>
              <a:gd name="GluePoint2X" fmla="*/ 475243 w 1614625"/>
              <a:gd name="GluePoint2Y" fmla="*/ 84774 h 2009982"/>
              <a:gd name="GluePoint3X" fmla="*/ 680808 w 1614625"/>
              <a:gd name="GluePoint3Y" fmla="*/ 473057 h 2009982"/>
              <a:gd name="GluePoint4X" fmla="*/ 1039200 w 1614625"/>
              <a:gd name="GluePoint4Y" fmla="*/ 1082836 h 2009982"/>
              <a:gd name="GluePoint5X" fmla="*/ 1607744 w 1614625"/>
              <a:gd name="GluePoint5Y" fmla="*/ 1545730 h 2009982"/>
              <a:gd name="GluePoint6X" fmla="*/ 1614625 w 1614625"/>
              <a:gd name="GluePoint6Y" fmla="*/ 1548846 h 2009982"/>
              <a:gd name="GluePoint7X" fmla="*/ 1399248 w 1614625"/>
              <a:gd name="GluePoint7Y" fmla="*/ 2009982 h 2009982"/>
              <a:gd name="GluePoint8X" fmla="*/ 1298190 w 1614625"/>
              <a:gd name="GluePoint8Y" fmla="*/ 1958066 h 2009982"/>
              <a:gd name="GluePoint9X" fmla="*/ 643842 w 1614625"/>
              <a:gd name="GluePoint9Y" fmla="*/ 1404693 h 2009982"/>
              <a:gd name="GluePoint10X" fmla="*/ 225585 w 1614625"/>
              <a:gd name="GluePoint10Y" fmla="*/ 702797 h 2009982"/>
              <a:gd name="GluePoint11X" fmla="*/ 41383 w 1614625"/>
              <a:gd name="GluePoint11Y" fmla="*/ 353434 h 2009982"/>
              <a:gd name="GluePoint12X" fmla="*/ 0 w 1614625"/>
              <a:gd name="GluePoint12Y" fmla="*/ 285548 h 2009982"/>
              <a:gd name="GluePoint13X" fmla="*/ 422884 w 1614625"/>
              <a:gd name="GluePoint13Y" fmla="*/ 0 h 20099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0" name="Forma libre: Forma 97"/>
          <p:cNvSpPr/>
          <p:nvPr/>
        </p:nvSpPr>
        <p:spPr>
          <a:xfrm>
            <a:off x="10691280" y="4999680"/>
            <a:ext cx="1487880" cy="1175400"/>
          </a:xfrm>
          <a:custGeom>
            <a:avLst/>
            <a:gdLst>
              <a:gd name="textAreaLeft" fmla="*/ 0 w 1487880"/>
              <a:gd name="textAreaRight" fmla="*/ 1488240 w 1487880"/>
              <a:gd name="textAreaTop" fmla="*/ 0 h 1175400"/>
              <a:gd name="textAreaBottom" fmla="*/ 1175760 h 1175400"/>
              <a:gd name="GluePoint1X" fmla="*/ 1488194 w 1488194"/>
              <a:gd name="GluePoint1Y" fmla="*/ 0 h 1175716"/>
              <a:gd name="GluePoint2X" fmla="*/ 1488194 w 1488194"/>
              <a:gd name="GluePoint2Y" fmla="*/ 911153 h 1175716"/>
              <a:gd name="GluePoint3X" fmla="*/ 1456678 w 1488194"/>
              <a:gd name="GluePoint3Y" fmla="*/ 936830 h 1175716"/>
              <a:gd name="GluePoint4X" fmla="*/ 1322535 w 1488194"/>
              <a:gd name="GluePoint4Y" fmla="*/ 1019995 h 1175716"/>
              <a:gd name="GluePoint5X" fmla="*/ 146259 w 1488194"/>
              <a:gd name="GluePoint5Y" fmla="*/ 1067352 h 1175716"/>
              <a:gd name="GluePoint6X" fmla="*/ 21588 w 1488194"/>
              <a:gd name="GluePoint6Y" fmla="*/ 1014037 h 1175716"/>
              <a:gd name="GluePoint7X" fmla="*/ 0 w 1488194"/>
              <a:gd name="GluePoint7Y" fmla="*/ 1002947 h 1175716"/>
              <a:gd name="GluePoint8X" fmla="*/ 215377 w 1488194"/>
              <a:gd name="GluePoint8Y" fmla="*/ 541811 h 1175716"/>
              <a:gd name="GluePoint9X" fmla="*/ 303091 w 1488194"/>
              <a:gd name="GluePoint9Y" fmla="*/ 581524 h 1175716"/>
              <a:gd name="GluePoint10X" fmla="*/ 1080805 w 1488194"/>
              <a:gd name="GluePoint10Y" fmla="*/ 570021 h 1175716"/>
              <a:gd name="GluePoint11X" fmla="*/ 1465491 w 1488194"/>
              <a:gd name="GluePoint11Y" fmla="*/ 81379 h 1175716"/>
              <a:gd name="GluePoint12X" fmla="*/ 1488194 w 1488194"/>
              <a:gd name="GluePoint12Y" fmla="*/ 0 h 11757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1" name="Forma libre: Forma 89"/>
          <p:cNvSpPr/>
          <p:nvPr/>
        </p:nvSpPr>
        <p:spPr>
          <a:xfrm rot="237000">
            <a:off x="10953720" y="-18360"/>
            <a:ext cx="1278360" cy="1504440"/>
          </a:xfrm>
          <a:custGeom>
            <a:avLst/>
            <a:gdLst>
              <a:gd name="textAreaLeft" fmla="*/ 0 w 1278360"/>
              <a:gd name="textAreaRight" fmla="*/ 1278720 w 1278360"/>
              <a:gd name="textAreaTop" fmla="*/ 0 h 1504440"/>
              <a:gd name="textAreaBottom" fmla="*/ 1504800 h 1504440"/>
              <a:gd name="GluePoint1X" fmla="*/ 1 w 1278879"/>
              <a:gd name="GluePoint1Y" fmla="*/ 54339 h 1504956"/>
              <a:gd name="GluePoint2X" fmla="*/ 786127 w 1278879"/>
              <a:gd name="GluePoint2Y" fmla="*/ 0 h 1504956"/>
              <a:gd name="GluePoint3X" fmla="*/ 810272 w 1278879"/>
              <a:gd name="GluePoint3Y" fmla="*/ 12792 h 1504956"/>
              <a:gd name="GluePoint4X" fmla="*/ 1111179 w 1278879"/>
              <a:gd name="GluePoint4Y" fmla="*/ 239971 h 1504956"/>
              <a:gd name="GluePoint5X" fmla="*/ 1197986 w 1278879"/>
              <a:gd name="GluePoint5Y" fmla="*/ 334645 h 1504956"/>
              <a:gd name="GluePoint6X" fmla="*/ 1278879 w 1278879"/>
              <a:gd name="GluePoint6Y" fmla="*/ 1504956 h 1504956"/>
              <a:gd name="GluePoint7X" fmla="*/ 1219635 w 1278879"/>
              <a:gd name="GluePoint7Y" fmla="*/ 1340973 h 1504956"/>
              <a:gd name="GluePoint8X" fmla="*/ 756372 w 1278879"/>
              <a:gd name="GluePoint8Y" fmla="*/ 607190 h 1504956"/>
              <a:gd name="GluePoint9X" fmla="*/ 150359 w 1278879"/>
              <a:gd name="GluePoint9Y" fmla="*/ 316486 h 1504956"/>
              <a:gd name="GluePoint10X" fmla="*/ 0 w 1278879"/>
              <a:gd name="GluePoint10Y" fmla="*/ 308170 h 1504956"/>
              <a:gd name="GluePoint11X" fmla="*/ 1 w 1278879"/>
              <a:gd name="GluePoint11Y" fmla="*/ 54339 h 15049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2" name="Forma libre: Forma 93"/>
          <p:cNvSpPr/>
          <p:nvPr/>
        </p:nvSpPr>
        <p:spPr>
          <a:xfrm rot="2209200">
            <a:off x="11388240" y="3158280"/>
            <a:ext cx="1189440" cy="934200"/>
          </a:xfrm>
          <a:custGeom>
            <a:avLst/>
            <a:gdLst>
              <a:gd name="textAreaLeft" fmla="*/ 0 w 1189440"/>
              <a:gd name="textAreaRight" fmla="*/ 1189800 w 1189440"/>
              <a:gd name="textAreaTop" fmla="*/ 0 h 934200"/>
              <a:gd name="textAreaBottom" fmla="*/ 934560 h 934200"/>
              <a:gd name="GluePoint1X" fmla="*/ 0 w 1189738"/>
              <a:gd name="GluePoint1Y" fmla="*/ 0 h 934436"/>
              <a:gd name="GluePoint2X" fmla="*/ 115175 w 1189738"/>
              <a:gd name="GluePoint2Y" fmla="*/ 10992 h 934436"/>
              <a:gd name="GluePoint3X" fmla="*/ 352591 w 1189738"/>
              <a:gd name="GluePoint3Y" fmla="*/ 45402 h 934436"/>
              <a:gd name="GluePoint4X" fmla="*/ 556369 w 1189738"/>
              <a:gd name="GluePoint4Y" fmla="*/ 88504 h 934436"/>
              <a:gd name="GluePoint5X" fmla="*/ 1189738 w 1189738"/>
              <a:gd name="GluePoint5Y" fmla="*/ 934436 h 934436"/>
              <a:gd name="GluePoint6X" fmla="*/ 1109502 w 1189738"/>
              <a:gd name="GluePoint6Y" fmla="*/ 872591 h 934436"/>
              <a:gd name="GluePoint7X" fmla="*/ 1022473 w 1189738"/>
              <a:gd name="GluePoint7Y" fmla="*/ 815926 h 934436"/>
              <a:gd name="GluePoint8X" fmla="*/ 29968 w 1189738"/>
              <a:gd name="GluePoint8Y" fmla="*/ 515124 h 934436"/>
              <a:gd name="GluePoint9X" fmla="*/ 0 w 1189738"/>
              <a:gd name="GluePoint9Y" fmla="*/ 512396 h 934436"/>
              <a:gd name="GluePoint10X" fmla="*/ 0 w 1189738"/>
              <a:gd name="GluePoint10Y" fmla="*/ 0 h 9344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3" name="Forma libre: Forma 92"/>
          <p:cNvSpPr/>
          <p:nvPr/>
        </p:nvSpPr>
        <p:spPr>
          <a:xfrm rot="2209200">
            <a:off x="9387000" y="242640"/>
            <a:ext cx="3111840" cy="2365200"/>
          </a:xfrm>
          <a:custGeom>
            <a:avLst/>
            <a:gdLst>
              <a:gd name="textAreaLeft" fmla="*/ 0 w 3111840"/>
              <a:gd name="textAreaRight" fmla="*/ 3112200 w 3111840"/>
              <a:gd name="textAreaTop" fmla="*/ 0 h 2365200"/>
              <a:gd name="textAreaBottom" fmla="*/ 2365560 h 2365200"/>
              <a:gd name="GluePoint1X" fmla="*/ 43373 w 3112309"/>
              <a:gd name="GluePoint1Y" fmla="*/ 526090 h 2365595"/>
              <a:gd name="GluePoint2X" fmla="*/ 746019 w 3112309"/>
              <a:gd name="GluePoint2Y" fmla="*/ 0 h 2365595"/>
              <a:gd name="GluePoint3X" fmla="*/ 883778 w 3112309"/>
              <a:gd name="GluePoint3Y" fmla="*/ 213198 h 2365595"/>
              <a:gd name="GluePoint4X" fmla="*/ 876396 w 3112309"/>
              <a:gd name="GluePoint4Y" fmla="*/ 217409 h 2365595"/>
              <a:gd name="GluePoint5X" fmla="*/ 580262 w 3112309"/>
              <a:gd name="GluePoint5Y" fmla="*/ 543032 h 2365595"/>
              <a:gd name="GluePoint6X" fmla="*/ 522269 w 3112309"/>
              <a:gd name="GluePoint6Y" fmla="*/ 931697 h 2365595"/>
              <a:gd name="GluePoint7X" fmla="*/ 796383 w 3112309"/>
              <a:gd name="GluePoint7Y" fmla="*/ 1370490 h 2365595"/>
              <a:gd name="GluePoint8X" fmla="*/ 1605936 w 3112309"/>
              <a:gd name="GluePoint8Y" fmla="*/ 1735689 h 2365595"/>
              <a:gd name="GluePoint9X" fmla="*/ 2516448 w 3112309"/>
              <a:gd name="GluePoint9Y" fmla="*/ 1815855 h 2365595"/>
              <a:gd name="GluePoint10X" fmla="*/ 2989762 w 3112309"/>
              <a:gd name="GluePoint10Y" fmla="*/ 1841504 h 2365595"/>
              <a:gd name="GluePoint11X" fmla="*/ 3112309 w 3112309"/>
              <a:gd name="GluePoint11Y" fmla="*/ 1853199 h 2365595"/>
              <a:gd name="GluePoint12X" fmla="*/ 3112309 w 3112309"/>
              <a:gd name="GluePoint12Y" fmla="*/ 2365595 h 2365595"/>
              <a:gd name="GluePoint13X" fmla="*/ 2929873 w 3112309"/>
              <a:gd name="GluePoint13Y" fmla="*/ 2348987 h 2365595"/>
              <a:gd name="GluePoint14X" fmla="*/ 2493988 w 3112309"/>
              <a:gd name="GluePoint14Y" fmla="*/ 2325695 h 2365595"/>
              <a:gd name="GluePoint15X" fmla="*/ 1514704 w 3112309"/>
              <a:gd name="GluePoint15Y" fmla="*/ 2237914 h 2365595"/>
              <a:gd name="GluePoint16X" fmla="*/ 451371 w 3112309"/>
              <a:gd name="GluePoint16Y" fmla="*/ 1747131 h 2365595"/>
              <a:gd name="GluePoint17X" fmla="*/ 20926 w 3112309"/>
              <a:gd name="GluePoint17Y" fmla="*/ 1031580 h 2365595"/>
              <a:gd name="GluePoint18X" fmla="*/ 10949 w 3112309"/>
              <a:gd name="GluePoint18Y" fmla="*/ 667178 h 2365595"/>
              <a:gd name="GluePoint19X" fmla="*/ 43373 w 3112309"/>
              <a:gd name="GluePoint19Y" fmla="*/ 526090 h 23655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Lst>
            <a:rect l="textAreaLeft" t="textAreaTop" r="textAreaRight" b="textAreaBottom"/>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4" name="Forma libre: Forma 105"/>
          <p:cNvSpPr/>
          <p:nvPr/>
        </p:nvSpPr>
        <p:spPr>
          <a:xfrm rot="894600">
            <a:off x="6146640" y="5380920"/>
            <a:ext cx="1307880" cy="674640"/>
          </a:xfrm>
          <a:custGeom>
            <a:avLst/>
            <a:gdLst>
              <a:gd name="textAreaLeft" fmla="*/ 0 w 1307880"/>
              <a:gd name="textAreaRight" fmla="*/ 1308240 w 1307880"/>
              <a:gd name="textAreaTop" fmla="*/ 0 h 674640"/>
              <a:gd name="textAreaBottom" fmla="*/ 675000 h 674640"/>
              <a:gd name="GluePoint1X" fmla="*/ 196772 w 1308307"/>
              <a:gd name="GluePoint1Y" fmla="*/ 6842 h 675107"/>
              <a:gd name="GluePoint2X" fmla="*/ 298286 w 1308307"/>
              <a:gd name="GluePoint2Y" fmla="*/ 3585 h 675107"/>
              <a:gd name="GluePoint3X" fmla="*/ 528286 w 1308307"/>
              <a:gd name="GluePoint3Y" fmla="*/ 47961 h 675107"/>
              <a:gd name="GluePoint4X" fmla="*/ 1108651 w 1308307"/>
              <a:gd name="GluePoint4Y" fmla="*/ 147739 h 675107"/>
              <a:gd name="GluePoint5X" fmla="*/ 1308307 w 1308307"/>
              <a:gd name="GluePoint5Y" fmla="*/ 164712 h 675107"/>
              <a:gd name="GluePoint6X" fmla="*/ 1308307 w 1308307"/>
              <a:gd name="GluePoint6Y" fmla="*/ 675107 h 675107"/>
              <a:gd name="GluePoint7X" fmla="*/ 1097007 w 1308307"/>
              <a:gd name="GluePoint7Y" fmla="*/ 660251 h 675107"/>
              <a:gd name="GluePoint8X" fmla="*/ 427404 w 1308307"/>
              <a:gd name="GluePoint8Y" fmla="*/ 548422 h 675107"/>
              <a:gd name="GluePoint9X" fmla="*/ 213038 w 1308307"/>
              <a:gd name="GluePoint9Y" fmla="*/ 507420 h 675107"/>
              <a:gd name="GluePoint10X" fmla="*/ 3572 w 1308307"/>
              <a:gd name="GluePoint10Y" fmla="*/ 212802 h 675107"/>
              <a:gd name="GluePoint11X" fmla="*/ 196772 w 1308307"/>
              <a:gd name="GluePoint11Y" fmla="*/ 6842 h 67510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05" name="Forma libre: Forma 104"/>
          <p:cNvSpPr/>
          <p:nvPr/>
        </p:nvSpPr>
        <p:spPr>
          <a:xfrm rot="894600">
            <a:off x="7493760" y="3200400"/>
            <a:ext cx="1963080" cy="3259800"/>
          </a:xfrm>
          <a:custGeom>
            <a:avLst/>
            <a:gdLst>
              <a:gd name="textAreaLeft" fmla="*/ 0 w 1963080"/>
              <a:gd name="textAreaRight" fmla="*/ 1963440 w 1963080"/>
              <a:gd name="textAreaTop" fmla="*/ 0 h 3259800"/>
              <a:gd name="textAreaBottom" fmla="*/ 3260160 h 3259800"/>
              <a:gd name="GluePoint1X" fmla="*/ 606257 w 1963489"/>
              <a:gd name="GluePoint1Y" fmla="*/ 36435 h 3260147"/>
              <a:gd name="GluePoint2X" fmla="*/ 802517 w 1963489"/>
              <a:gd name="GluePoint2Y" fmla="*/ 3604 h 3260147"/>
              <a:gd name="GluePoint3X" fmla="*/ 1705363 w 1963489"/>
              <a:gd name="GluePoint3Y" fmla="*/ 281839 h 3260147"/>
              <a:gd name="GluePoint4X" fmla="*/ 1876052 w 1963489"/>
              <a:gd name="GluePoint4Y" fmla="*/ 418797 h 3260147"/>
              <a:gd name="GluePoint5X" fmla="*/ 1963489 w 1963489"/>
              <a:gd name="GluePoint5Y" fmla="*/ 501437 h 3260147"/>
              <a:gd name="GluePoint6X" fmla="*/ 1628344 w 1963489"/>
              <a:gd name="GluePoint6Y" fmla="*/ 886205 h 3260147"/>
              <a:gd name="GluePoint7X" fmla="*/ 1547705 w 1963489"/>
              <a:gd name="GluePoint7Y" fmla="*/ 809093 h 3260147"/>
              <a:gd name="GluePoint8X" fmla="*/ 1406152 w 1963489"/>
              <a:gd name="GluePoint8Y" fmla="*/ 694606 h 3260147"/>
              <a:gd name="GluePoint9X" fmla="*/ 841379 w 1963489"/>
              <a:gd name="GluePoint9Y" fmla="*/ 512029 h 3260147"/>
              <a:gd name="GluePoint10X" fmla="*/ 559197 w 1963489"/>
              <a:gd name="GluePoint10Y" fmla="*/ 634502 h 3260147"/>
              <a:gd name="GluePoint11X" fmla="*/ 575498 w 1963489"/>
              <a:gd name="GluePoint11Y" fmla="*/ 1033862 h 3260147"/>
              <a:gd name="GluePoint12X" fmla="*/ 907976 w 1963489"/>
              <a:gd name="GluePoint12Y" fmla="*/ 1392474 h 3260147"/>
              <a:gd name="GluePoint13X" fmla="*/ 1473187 w 1963489"/>
              <a:gd name="GluePoint13Y" fmla="*/ 2431234 h 3260147"/>
              <a:gd name="GluePoint14X" fmla="*/ 1142017 w 1963489"/>
              <a:gd name="GluePoint14Y" fmla="*/ 3051012 h 3260147"/>
              <a:gd name="GluePoint15X" fmla="*/ 275928 w 1963489"/>
              <a:gd name="GluePoint15Y" fmla="*/ 3258855 h 3260147"/>
              <a:gd name="GluePoint16X" fmla="*/ 246359 w 1963489"/>
              <a:gd name="GluePoint16Y" fmla="*/ 3256776 h 3260147"/>
              <a:gd name="GluePoint17X" fmla="*/ 246359 w 1963489"/>
              <a:gd name="GluePoint17Y" fmla="*/ 2746381 h 3260147"/>
              <a:gd name="GluePoint18X" fmla="*/ 250766 w 1963489"/>
              <a:gd name="GluePoint18Y" fmla="*/ 2746756 h 3260147"/>
              <a:gd name="GluePoint19X" fmla="*/ 837422 w 1963489"/>
              <a:gd name="GluePoint19Y" fmla="*/ 2640644 h 3260147"/>
              <a:gd name="GluePoint20X" fmla="*/ 964077 w 1963489"/>
              <a:gd name="GluePoint20Y" fmla="*/ 2382449 h 3260147"/>
              <a:gd name="GluePoint21X" fmla="*/ 565753 w 1963489"/>
              <a:gd name="GluePoint21Y" fmla="*/ 1772499 h 3260147"/>
              <a:gd name="GluePoint22X" fmla="*/ 129670 w 1963489"/>
              <a:gd name="GluePoint22Y" fmla="*/ 1283968 h 3260147"/>
              <a:gd name="GluePoint23X" fmla="*/ 219 w 1963489"/>
              <a:gd name="GluePoint23Y" fmla="*/ 817927 h 3260147"/>
              <a:gd name="GluePoint24X" fmla="*/ 153213 w 1963489"/>
              <a:gd name="GluePoint24Y" fmla="*/ 324510 h 3260147"/>
              <a:gd name="GluePoint25X" fmla="*/ 606257 w 1963489"/>
              <a:gd name="GluePoint25Y" fmla="*/ 36435 h 32601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úmero grande 4">
    <p:bg>
      <p:bgPr>
        <a:solidFill>
          <a:srgbClr val="f7f7f7"/>
        </a:solidFill>
      </p:bgPr>
    </p:bg>
    <p:spTree>
      <p:nvGrpSpPr>
        <p:cNvPr id="1" name=""/>
        <p:cNvGrpSpPr/>
        <p:nvPr/>
      </p:nvGrpSpPr>
      <p:grpSpPr>
        <a:xfrm>
          <a:off x="0" y="0"/>
          <a:ext cx="0" cy="0"/>
          <a:chOff x="0" y="0"/>
          <a:chExt cx="0" cy="0"/>
        </a:xfrm>
      </p:grpSpPr>
      <p:sp>
        <p:nvSpPr>
          <p:cNvPr id="306" name="PlaceHolder 1"/>
          <p:cNvSpPr>
            <a:spLocks noGrp="1"/>
          </p:cNvSpPr>
          <p:nvPr>
            <p:ph type="title"/>
          </p:nvPr>
        </p:nvSpPr>
        <p:spPr>
          <a:xfrm>
            <a:off x="633960" y="5106240"/>
            <a:ext cx="8480880" cy="1113120"/>
          </a:xfrm>
          <a:prstGeom prst="rect">
            <a:avLst/>
          </a:prstGeom>
          <a:noFill/>
          <a:ln w="0">
            <a:noFill/>
          </a:ln>
        </p:spPr>
        <p:txBody>
          <a:bodyPr lIns="91440" rIns="91440" tIns="45720" bIns="45720" anchor="t">
            <a:normAutofit/>
          </a:bodyPr>
          <a:p>
            <a:pPr indent="0" defTabSz="914400">
              <a:lnSpc>
                <a:spcPct val="110000"/>
              </a:lnSpc>
              <a:buNone/>
            </a:pPr>
            <a:r>
              <a:rPr lang="es" sz="2400" b="0" u="none" strike="noStrike" cap="all">
                <a:solidFill>
                  <a:schemeClr val="dk1"/>
                </a:solidFill>
                <a:effectLst/>
                <a:uFillTx/>
                <a:latin typeface="Corbel"/>
              </a:rPr>
              <a:t>Haga clic para modificar el estilo de título del patrón</a:t>
            </a:r>
            <a:endParaRPr lang="en-US" sz="2400" b="0" u="none" strike="noStrike">
              <a:solidFill>
                <a:schemeClr val="dk1"/>
              </a:solidFill>
              <a:effectLst/>
              <a:uFillTx/>
              <a:latin typeface="Corbel"/>
            </a:endParaRPr>
          </a:p>
        </p:txBody>
      </p:sp>
      <p:sp>
        <p:nvSpPr>
          <p:cNvPr id="307" name="PlaceHolder 2"/>
          <p:cNvSpPr>
            <a:spLocks noGrp="1"/>
          </p:cNvSpPr>
          <p:nvPr>
            <p:ph type="body"/>
          </p:nvPr>
        </p:nvSpPr>
        <p:spPr>
          <a:xfrm>
            <a:off x="633240" y="2338560"/>
            <a:ext cx="8481600" cy="2771280"/>
          </a:xfrm>
          <a:prstGeom prst="rect">
            <a:avLst/>
          </a:prstGeom>
          <a:noFill/>
          <a:ln w="0">
            <a:noFill/>
          </a:ln>
        </p:spPr>
        <p:txBody>
          <a:bodyPr lIns="91440" rIns="91440" tIns="45720" bIns="45720" anchor="b">
            <a:noAutofit/>
          </a:bodyPr>
          <a:p>
            <a:pPr indent="0" defTabSz="914400">
              <a:lnSpc>
                <a:spcPct val="100000"/>
              </a:lnSpc>
              <a:spcBef>
                <a:spcPts val="1001"/>
              </a:spcBef>
              <a:spcAft>
                <a:spcPts val="601"/>
              </a:spcAft>
              <a:buNone/>
              <a:tabLst>
                <a:tab algn="l" pos="0"/>
              </a:tabLst>
            </a:pPr>
            <a:r>
              <a:rPr lang="es" sz="19400" b="0" u="none" spc="99" strike="noStrike">
                <a:solidFill>
                  <a:schemeClr val="dk2"/>
                </a:solidFill>
                <a:effectLst/>
                <a:uFillTx/>
                <a:latin typeface="Verdana Pro Black"/>
              </a:rPr>
              <a:t>##%</a:t>
            </a:r>
            <a:endParaRPr lang="en-US" sz="19400" b="0" u="none" spc="99" strike="noStrike">
              <a:solidFill>
                <a:schemeClr val="dk1"/>
              </a:solidFill>
              <a:effectLst/>
              <a:uFillTx/>
              <a:latin typeface="Corbel"/>
            </a:endParaRPr>
          </a:p>
        </p:txBody>
      </p:sp>
      <p:sp>
        <p:nvSpPr>
          <p:cNvPr id="308" name="PlaceHolder 3"/>
          <p:cNvSpPr>
            <a:spLocks noGrp="1"/>
          </p:cNvSpPr>
          <p:nvPr>
            <p:ph type="dt" idx="94"/>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09" name="PlaceHolder 4"/>
          <p:cNvSpPr>
            <a:spLocks noGrp="1"/>
          </p:cNvSpPr>
          <p:nvPr>
            <p:ph type="ftr" idx="95"/>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10" name="PlaceHolder 5"/>
          <p:cNvSpPr>
            <a:spLocks noGrp="1"/>
          </p:cNvSpPr>
          <p:nvPr>
            <p:ph type="sldNum" idx="96"/>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311" name="Forma libre: Forma 34"/>
          <p:cNvSpPr/>
          <p:nvPr/>
        </p:nvSpPr>
        <p:spPr>
          <a:xfrm flipV="1" rot="20134200">
            <a:off x="6609600" y="-80640"/>
            <a:ext cx="1262160" cy="1321200"/>
          </a:xfrm>
          <a:custGeom>
            <a:avLst/>
            <a:gdLst>
              <a:gd name="textAreaLeft" fmla="*/ 0 w 1262160"/>
              <a:gd name="textAreaRight" fmla="*/ 1262520 w 1262160"/>
              <a:gd name="textAreaTop" fmla="*/ 360 h 1321200"/>
              <a:gd name="textAreaBottom" fmla="*/ 1321920 h 1321200"/>
              <a:gd name="GluePoint1X" fmla="*/ 40687 w 1262520"/>
              <a:gd name="GluePoint1Y" fmla="*/ 0 h 1321581"/>
              <a:gd name="GluePoint2X" fmla="*/ 678937 w 1262520"/>
              <a:gd name="GluePoint2Y" fmla="*/ 0 h 1321581"/>
              <a:gd name="GluePoint3X" fmla="*/ 655633 w 1262520"/>
              <a:gd name="GluePoint3Y" fmla="*/ 40745 h 1321581"/>
              <a:gd name="GluePoint4X" fmla="*/ 619746 w 1262520"/>
              <a:gd name="GluePoint4Y" fmla="*/ 129059 h 1321581"/>
              <a:gd name="GluePoint5X" fmla="*/ 664941 w 1262520"/>
              <a:gd name="GluePoint5Y" fmla="*/ 553174 h 1321581"/>
              <a:gd name="GluePoint6X" fmla="*/ 1087651 w 1262520"/>
              <a:gd name="GluePoint6Y" fmla="*/ 934074 h 1321581"/>
              <a:gd name="GluePoint7X" fmla="*/ 1262520 w 1262520"/>
              <a:gd name="GluePoint7Y" fmla="*/ 1014509 h 1321581"/>
              <a:gd name="GluePoint8X" fmla="*/ 586663 w 1262520"/>
              <a:gd name="GluePoint8Y" fmla="*/ 1321581 h 1321581"/>
              <a:gd name="GluePoint9X" fmla="*/ 480610 w 1262520"/>
              <a:gd name="GluePoint9Y" fmla="*/ 1240979 h 1321581"/>
              <a:gd name="GluePoint10X" fmla="*/ 143835 w 1262520"/>
              <a:gd name="GluePoint10Y" fmla="*/ 837194 h 1321581"/>
              <a:gd name="GluePoint11X" fmla="*/ 24623 w 1262520"/>
              <a:gd name="GluePoint11Y" fmla="*/ 60121 h 1321581"/>
              <a:gd name="GluePoint12X" fmla="*/ 40687 w 1262520"/>
              <a:gd name="GluePoint12Y" fmla="*/ 0 h 13215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12" name="Forma libre: Forma 35"/>
          <p:cNvSpPr/>
          <p:nvPr/>
        </p:nvSpPr>
        <p:spPr>
          <a:xfrm flipV="1" rot="20134200">
            <a:off x="7149240" y="959760"/>
            <a:ext cx="1977840" cy="1263960"/>
          </a:xfrm>
          <a:custGeom>
            <a:avLst/>
            <a:gdLst>
              <a:gd name="textAreaLeft" fmla="*/ 0 w 1977840"/>
              <a:gd name="textAreaRight" fmla="*/ 1978200 w 1977840"/>
              <a:gd name="textAreaTop" fmla="*/ -360 h 1263960"/>
              <a:gd name="textAreaBottom" fmla="*/ 1263960 h 1263960"/>
              <a:gd name="GluePoint1X" fmla="*/ 941103 w 1978089"/>
              <a:gd name="GluePoint1Y" fmla="*/ 232965 h 1264388"/>
              <a:gd name="GluePoint2X" fmla="*/ 1885661 w 1978089"/>
              <a:gd name="GluePoint2Y" fmla="*/ 0 h 1264388"/>
              <a:gd name="GluePoint3X" fmla="*/ 1978089 w 1978089"/>
              <a:gd name="GluePoint3Y" fmla="*/ 589539 h 1264388"/>
              <a:gd name="GluePoint4X" fmla="*/ 1199547 w 1978089"/>
              <a:gd name="GluePoint4Y" fmla="*/ 767123 h 1264388"/>
              <a:gd name="GluePoint5X" fmla="*/ 665311 w 1978089"/>
              <a:gd name="GluePoint5Y" fmla="*/ 1217072 h 1264388"/>
              <a:gd name="GluePoint6X" fmla="*/ 638250 w 1978089"/>
              <a:gd name="GluePoint6Y" fmla="*/ 1264388 h 1264388"/>
              <a:gd name="GluePoint7X" fmla="*/ 0 w 1978089"/>
              <a:gd name="GluePoint7Y" fmla="*/ 1264388 h 1264388"/>
              <a:gd name="GluePoint8X" fmla="*/ 14006 w 1978089"/>
              <a:gd name="GluePoint8Y" fmla="*/ 1211969 h 1264388"/>
              <a:gd name="GluePoint9X" fmla="*/ 941103 w 1978089"/>
              <a:gd name="GluePoint9Y" fmla="*/ 232965 h 1264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13" name="Forma libre: Forma 40"/>
          <p:cNvSpPr/>
          <p:nvPr/>
        </p:nvSpPr>
        <p:spPr>
          <a:xfrm rot="1615200">
            <a:off x="11179800" y="1894680"/>
            <a:ext cx="1050120" cy="1327680"/>
          </a:xfrm>
          <a:custGeom>
            <a:avLst/>
            <a:gdLst>
              <a:gd name="textAreaLeft" fmla="*/ 0 w 1050120"/>
              <a:gd name="textAreaRight" fmla="*/ 1050480 w 1050120"/>
              <a:gd name="textAreaTop" fmla="*/ 0 h 1327680"/>
              <a:gd name="textAreaBottom" fmla="*/ 1328040 h 1327680"/>
              <a:gd name="GluePoint1X" fmla="*/ 734426 w 1050406"/>
              <a:gd name="GluePoint1Y" fmla="*/ 0 h 1327955"/>
              <a:gd name="GluePoint2X" fmla="*/ 1050406 w 1050406"/>
              <a:gd name="GluePoint2Y" fmla="*/ 622239 h 1327955"/>
              <a:gd name="GluePoint3X" fmla="*/ 1007974 w 1050406"/>
              <a:gd name="GluePoint3Y" fmla="*/ 684112 h 1327955"/>
              <a:gd name="GluePoint4X" fmla="*/ 824077 w 1050406"/>
              <a:gd name="GluePoint4Y" fmla="*/ 911019 h 1327955"/>
              <a:gd name="GluePoint5X" fmla="*/ 450251 w 1050406"/>
              <a:gd name="GluePoint5Y" fmla="*/ 1212919 h 1327955"/>
              <a:gd name="GluePoint6X" fmla="*/ 321668 w 1050406"/>
              <a:gd name="GluePoint6Y" fmla="*/ 1272161 h 1327955"/>
              <a:gd name="GluePoint7X" fmla="*/ 48432 w 1050406"/>
              <a:gd name="GluePoint7Y" fmla="*/ 1327955 h 1327955"/>
              <a:gd name="GluePoint8X" fmla="*/ 0 w 1050406"/>
              <a:gd name="GluePoint8Y" fmla="*/ 1327071 h 1327955"/>
              <a:gd name="GluePoint9X" fmla="*/ 0 w 1050406"/>
              <a:gd name="GluePoint9Y" fmla="*/ 733693 h 1327955"/>
              <a:gd name="GluePoint10X" fmla="*/ 54406 w 1050406"/>
              <a:gd name="GluePoint10Y" fmla="*/ 731527 h 1327955"/>
              <a:gd name="GluePoint11X" fmla="*/ 112958 w 1050406"/>
              <a:gd name="GluePoint11Y" fmla="*/ 715743 h 1327955"/>
              <a:gd name="GluePoint12X" fmla="*/ 676787 w 1050406"/>
              <a:gd name="GluePoint12Y" fmla="*/ 105535 h 1327955"/>
              <a:gd name="GluePoint13X" fmla="*/ 734426 w 1050406"/>
              <a:gd name="GluePoint13Y" fmla="*/ 0 h 132795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14" name="Forma libre: Forma 39"/>
          <p:cNvSpPr/>
          <p:nvPr/>
        </p:nvSpPr>
        <p:spPr>
          <a:xfrm rot="1615200">
            <a:off x="9173880" y="74520"/>
            <a:ext cx="2441520" cy="2414880"/>
          </a:xfrm>
          <a:custGeom>
            <a:avLst/>
            <a:gdLst>
              <a:gd name="textAreaLeft" fmla="*/ 0 w 2441520"/>
              <a:gd name="textAreaRight" fmla="*/ 2441880 w 2441520"/>
              <a:gd name="textAreaTop" fmla="*/ 0 h 2414880"/>
              <a:gd name="textAreaBottom" fmla="*/ 2415240 h 2414880"/>
              <a:gd name="GluePoint1X" fmla="*/ 1236831 w 2441785"/>
              <a:gd name="GluePoint1Y" fmla="*/ 95657 h 2415369"/>
              <a:gd name="GluePoint2X" fmla="*/ 1688176 w 2441785"/>
              <a:gd name="GluePoint2Y" fmla="*/ 8299 h 2415369"/>
              <a:gd name="GluePoint3X" fmla="*/ 2212030 w 2441785"/>
              <a:gd name="GluePoint3Y" fmla="*/ 515816 h 2415369"/>
              <a:gd name="GluePoint4X" fmla="*/ 2232790 w 2441785"/>
              <a:gd name="GluePoint4Y" fmla="*/ 1134045 h 2415369"/>
              <a:gd name="GluePoint5X" fmla="*/ 2324889 w 2441785"/>
              <a:gd name="GluePoint5Y" fmla="*/ 1784773 h 2415369"/>
              <a:gd name="GluePoint6X" fmla="*/ 2439879 w 2441785"/>
              <a:gd name="GluePoint6Y" fmla="*/ 1822067 h 2415369"/>
              <a:gd name="GluePoint7X" fmla="*/ 2441785 w 2441785"/>
              <a:gd name="GluePoint7Y" fmla="*/ 1821991 h 2415369"/>
              <a:gd name="GluePoint8X" fmla="*/ 2441785 w 2441785"/>
              <a:gd name="GluePoint8Y" fmla="*/ 2415369 h 2415369"/>
              <a:gd name="GluePoint9X" fmla="*/ 2398964 w 2441785"/>
              <a:gd name="GluePoint9Y" fmla="*/ 2414587 h 2415369"/>
              <a:gd name="GluePoint10X" fmla="*/ 2041555 w 2441785"/>
              <a:gd name="GluePoint10Y" fmla="*/ 2306647 h 2415369"/>
              <a:gd name="GluePoint11X" fmla="*/ 1652154 w 2441785"/>
              <a:gd name="GluePoint11Y" fmla="*/ 1714038 h 2415369"/>
              <a:gd name="GluePoint12X" fmla="*/ 1640766 w 2441785"/>
              <a:gd name="GluePoint12Y" fmla="*/ 1102747 h 2415369"/>
              <a:gd name="GluePoint13X" fmla="*/ 1646339 w 2441785"/>
              <a:gd name="GluePoint13Y" fmla="*/ 733622 h 2415369"/>
              <a:gd name="GluePoint14X" fmla="*/ 1616352 w 2441785"/>
              <a:gd name="GluePoint14Y" fmla="*/ 599700 h 2415369"/>
              <a:gd name="GluePoint15X" fmla="*/ 1595326 w 2441785"/>
              <a:gd name="GluePoint15Y" fmla="*/ 594291 h 2415369"/>
              <a:gd name="GluePoint16X" fmla="*/ 1381684 w 2441785"/>
              <a:gd name="GluePoint16Y" fmla="*/ 743726 h 2415369"/>
              <a:gd name="GluePoint17X" fmla="*/ 1074478 w 2441785"/>
              <a:gd name="GluePoint17Y" fmla="*/ 1224349 h 2415369"/>
              <a:gd name="GluePoint18X" fmla="*/ 1007588 w 2441785"/>
              <a:gd name="GluePoint18Y" fmla="*/ 1344589 h 2415369"/>
              <a:gd name="GluePoint19X" fmla="*/ 447319 w 2441785"/>
              <a:gd name="GluePoint19Y" fmla="*/ 2151857 h 2415369"/>
              <a:gd name="GluePoint20X" fmla="*/ 447615 w 2441785"/>
              <a:gd name="GluePoint20Y" fmla="*/ 2152438 h 2415369"/>
              <a:gd name="GluePoint21X" fmla="*/ 402736 w 2441785"/>
              <a:gd name="GluePoint21Y" fmla="*/ 2202280 h 2415369"/>
              <a:gd name="GluePoint22X" fmla="*/ 0 w 2441785"/>
              <a:gd name="GluePoint22Y" fmla="*/ 1761937 h 2415369"/>
              <a:gd name="GluePoint23X" fmla="*/ 494084 w 2441785"/>
              <a:gd name="GluePoint23Y" fmla="*/ 1047500 h 2415369"/>
              <a:gd name="GluePoint24X" fmla="*/ 554920 w 2441785"/>
              <a:gd name="GluePoint24Y" fmla="*/ 938376 h 2415369"/>
              <a:gd name="GluePoint25X" fmla="*/ 930598 w 2441785"/>
              <a:gd name="GluePoint25Y" fmla="*/ 357910 h 2415369"/>
              <a:gd name="GluePoint26X" fmla="*/ 1236831 w 2441785"/>
              <a:gd name="GluePoint26Y" fmla="*/ 95657 h 24153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irmación">
    <p:bg>
      <p:bgPr>
        <a:solidFill>
          <a:srgbClr val="3d47a1"/>
        </a:solidFill>
      </p:bgPr>
    </p:bg>
    <p:spTree>
      <p:nvGrpSpPr>
        <p:cNvPr id="1" name=""/>
        <p:cNvGrpSpPr/>
        <p:nvPr/>
      </p:nvGrpSpPr>
      <p:grpSpPr>
        <a:xfrm>
          <a:off x="0" y="0"/>
          <a:ext cx="0" cy="0"/>
          <a:chOff x="0" y="0"/>
          <a:chExt cx="0" cy="0"/>
        </a:xfrm>
      </p:grpSpPr>
      <p:sp>
        <p:nvSpPr>
          <p:cNvPr id="315" name="PlaceHolder 1"/>
          <p:cNvSpPr>
            <a:spLocks noGrp="1"/>
          </p:cNvSpPr>
          <p:nvPr>
            <p:ph type="title"/>
          </p:nvPr>
        </p:nvSpPr>
        <p:spPr>
          <a:xfrm>
            <a:off x="612720" y="-1134000"/>
            <a:ext cx="10652400" cy="91404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lt1"/>
                </a:solidFill>
                <a:effectLst/>
                <a:uFillTx/>
                <a:latin typeface="Verdana Pro Black"/>
              </a:rPr>
              <a:t>Haga clic para modificar el estilo de título del patrón</a:t>
            </a:r>
            <a:endParaRPr lang="en-US" sz="2800" b="0" u="none" strike="noStrike">
              <a:solidFill>
                <a:schemeClr val="lt1"/>
              </a:solidFill>
              <a:effectLst/>
              <a:uFillTx/>
              <a:latin typeface="Corbel"/>
            </a:endParaRPr>
          </a:p>
        </p:txBody>
      </p:sp>
      <p:sp>
        <p:nvSpPr>
          <p:cNvPr id="316" name="PlaceHolder 2"/>
          <p:cNvSpPr>
            <a:spLocks noGrp="1"/>
          </p:cNvSpPr>
          <p:nvPr>
            <p:ph type="body"/>
          </p:nvPr>
        </p:nvSpPr>
        <p:spPr>
          <a:xfrm>
            <a:off x="633960" y="635040"/>
            <a:ext cx="8094600" cy="4093200"/>
          </a:xfrm>
          <a:prstGeom prst="rect">
            <a:avLst/>
          </a:prstGeom>
          <a:noFill/>
          <a:ln w="0">
            <a:noFill/>
          </a:ln>
        </p:spPr>
        <p:txBody>
          <a:bodyPr lIns="91440" rIns="91440" tIns="45720" bIns="45720" anchor="t">
            <a:noAutofit/>
          </a:bodyPr>
          <a:p>
            <a:pPr indent="0" defTabSz="914400">
              <a:lnSpc>
                <a:spcPct val="90000"/>
              </a:lnSpc>
              <a:spcBef>
                <a:spcPts val="1001"/>
              </a:spcBef>
              <a:spcAft>
                <a:spcPts val="601"/>
              </a:spcAft>
              <a:buNone/>
              <a:tabLst>
                <a:tab algn="l" pos="0"/>
              </a:tabLst>
            </a:pPr>
            <a:r>
              <a:rPr lang="es" sz="6600" b="1" u="none" spc="99" strike="noStrike">
                <a:solidFill>
                  <a:schemeClr val="lt1"/>
                </a:solidFill>
                <a:effectLst/>
                <a:uFillTx/>
                <a:latin typeface="Corbel"/>
              </a:rPr>
              <a:t>Haga clic para agregar una instrucción</a:t>
            </a:r>
            <a:endParaRPr lang="en-US" sz="6600" b="0" u="none" spc="99" strike="noStrike">
              <a:solidFill>
                <a:schemeClr val="lt1"/>
              </a:solidFill>
              <a:effectLst/>
              <a:uFillTx/>
              <a:latin typeface="Corbel"/>
            </a:endParaRPr>
          </a:p>
          <a:p>
            <a:pPr marL="228600" indent="0" defTabSz="914400">
              <a:lnSpc>
                <a:spcPct val="90000"/>
              </a:lnSpc>
              <a:spcBef>
                <a:spcPts val="499"/>
              </a:spcBef>
              <a:spcAft>
                <a:spcPts val="601"/>
              </a:spcAft>
              <a:buNone/>
              <a:tabLst>
                <a:tab algn="l" pos="0"/>
              </a:tabLst>
            </a:pPr>
            <a:r>
              <a:rPr lang="es" sz="6600" b="1" u="none" spc="99" strike="noStrike">
                <a:solidFill>
                  <a:schemeClr val="lt1"/>
                </a:solidFill>
                <a:effectLst/>
                <a:uFillTx/>
                <a:latin typeface="Corbel"/>
              </a:rPr>
              <a:t>Segundo nivel</a:t>
            </a:r>
            <a:endParaRPr lang="en-US" sz="6600" b="0" u="none" spc="99" strike="noStrike">
              <a:solidFill>
                <a:schemeClr val="lt1"/>
              </a:solidFill>
              <a:effectLst/>
              <a:uFillTx/>
              <a:latin typeface="Corbel"/>
            </a:endParaRPr>
          </a:p>
          <a:p>
            <a:pPr marL="457200" indent="0" defTabSz="914400">
              <a:lnSpc>
                <a:spcPct val="90000"/>
              </a:lnSpc>
              <a:spcBef>
                <a:spcPts val="499"/>
              </a:spcBef>
              <a:spcAft>
                <a:spcPts val="601"/>
              </a:spcAft>
              <a:buNone/>
              <a:tabLst>
                <a:tab algn="l" pos="0"/>
              </a:tabLst>
            </a:pPr>
            <a:r>
              <a:rPr lang="es" sz="6600" b="1" u="none" spc="99" strike="noStrike">
                <a:solidFill>
                  <a:schemeClr val="lt1"/>
                </a:solidFill>
                <a:effectLst/>
                <a:uFillTx/>
                <a:latin typeface="Corbel"/>
              </a:rPr>
              <a:t>Tercer nivel</a:t>
            </a:r>
            <a:endParaRPr lang="en-US" sz="6600" b="0" u="none" spc="99" strike="noStrike">
              <a:solidFill>
                <a:schemeClr val="lt1"/>
              </a:solidFill>
              <a:effectLst/>
              <a:uFillTx/>
              <a:latin typeface="Corbel"/>
            </a:endParaRPr>
          </a:p>
          <a:p>
            <a:pPr marL="685800" indent="0" defTabSz="914400">
              <a:lnSpc>
                <a:spcPct val="90000"/>
              </a:lnSpc>
              <a:spcBef>
                <a:spcPts val="499"/>
              </a:spcBef>
              <a:spcAft>
                <a:spcPts val="601"/>
              </a:spcAft>
              <a:buNone/>
              <a:tabLst>
                <a:tab algn="l" pos="0"/>
              </a:tabLst>
            </a:pPr>
            <a:r>
              <a:rPr lang="es" sz="6600" b="1" u="none" spc="99" strike="noStrike">
                <a:solidFill>
                  <a:schemeClr val="lt1"/>
                </a:solidFill>
                <a:effectLst/>
                <a:uFillTx/>
                <a:latin typeface="Corbel"/>
              </a:rPr>
              <a:t>Cuarto nivel</a:t>
            </a:r>
            <a:endParaRPr lang="en-US" sz="6600" b="0" u="none" spc="99" strike="noStrike">
              <a:solidFill>
                <a:schemeClr val="lt1"/>
              </a:solidFill>
              <a:effectLst/>
              <a:uFillTx/>
              <a:latin typeface="Corbel"/>
            </a:endParaRPr>
          </a:p>
          <a:p>
            <a:pPr marL="914400" indent="0" defTabSz="914400">
              <a:lnSpc>
                <a:spcPct val="90000"/>
              </a:lnSpc>
              <a:spcBef>
                <a:spcPts val="499"/>
              </a:spcBef>
              <a:spcAft>
                <a:spcPts val="601"/>
              </a:spcAft>
              <a:buNone/>
              <a:tabLst>
                <a:tab algn="l" pos="0"/>
              </a:tabLst>
            </a:pPr>
            <a:r>
              <a:rPr lang="es" sz="6600" b="1" u="none" spc="99" strike="noStrike">
                <a:solidFill>
                  <a:schemeClr val="lt1"/>
                </a:solidFill>
                <a:effectLst/>
                <a:uFillTx/>
                <a:latin typeface="Corbel"/>
              </a:rPr>
              <a:t>Quinto nivel</a:t>
            </a:r>
            <a:endParaRPr lang="en-US" sz="6600" b="0" u="none" spc="99" strike="noStrike">
              <a:solidFill>
                <a:schemeClr val="lt1"/>
              </a:solidFill>
              <a:effectLst/>
              <a:uFillTx/>
              <a:latin typeface="Corbel"/>
            </a:endParaRPr>
          </a:p>
        </p:txBody>
      </p:sp>
      <p:sp>
        <p:nvSpPr>
          <p:cNvPr id="317" name="Forma libre: Forma 33"/>
          <p:cNvSpPr/>
          <p:nvPr/>
        </p:nvSpPr>
        <p:spPr>
          <a:xfrm rot="10800000">
            <a:off x="11284200" y="2881440"/>
            <a:ext cx="907920" cy="3186720"/>
          </a:xfrm>
          <a:custGeom>
            <a:avLst/>
            <a:gdLst>
              <a:gd name="textAreaLeft" fmla="*/ 0 w 907920"/>
              <a:gd name="textAreaRight" fmla="*/ 908280 w 907920"/>
              <a:gd name="textAreaTop" fmla="*/ 0 h 3186720"/>
              <a:gd name="textAreaBottom" fmla="*/ 3187080 h 3186720"/>
              <a:gd name="GluePoint1X" fmla="*/ 580741 w 908345"/>
              <a:gd name="GluePoint1Y" fmla="*/ 3186945 h 3186945"/>
              <a:gd name="GluePoint2X" fmla="*/ 570933 w 908345"/>
              <a:gd name="GluePoint2Y" fmla="*/ 3174992 h 3186945"/>
              <a:gd name="GluePoint3X" fmla="*/ 22634 w 908345"/>
              <a:gd name="GluePoint3Y" fmla="*/ 1554343 h 3186945"/>
              <a:gd name="GluePoint4X" fmla="*/ 0 w 908345"/>
              <a:gd name="GluePoint4Y" fmla="*/ 1416919 h 3186945"/>
              <a:gd name="GluePoint5X" fmla="*/ 0 w 908345"/>
              <a:gd name="GluePoint5Y" fmla="*/ 0 h 3186945"/>
              <a:gd name="GluePoint6X" fmla="*/ 10278 w 908345"/>
              <a:gd name="GluePoint6Y" fmla="*/ 13462 h 3186945"/>
              <a:gd name="GluePoint7X" fmla="*/ 299262 w 908345"/>
              <a:gd name="GluePoint7Y" fmla="*/ 628650 h 3186945"/>
              <a:gd name="GluePoint8X" fmla="*/ 471398 w 908345"/>
              <a:gd name="GluePoint8Y" fmla="*/ 1485322 h 3186945"/>
              <a:gd name="GluePoint9X" fmla="*/ 828706 w 908345"/>
              <a:gd name="GluePoint9Y" fmla="*/ 2745052 h 3186945"/>
              <a:gd name="GluePoint10X" fmla="*/ 908345 w 908345"/>
              <a:gd name="GluePoint10Y" fmla="*/ 2864105 h 3186945"/>
              <a:gd name="GluePoint11X" fmla="*/ 580741 w 908345"/>
              <a:gd name="GluePoint11Y" fmla="*/ 3186945 h 31869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18" name="Forma libre: Forma 34"/>
          <p:cNvSpPr/>
          <p:nvPr/>
        </p:nvSpPr>
        <p:spPr>
          <a:xfrm rot="13564200">
            <a:off x="7365240" y="4930920"/>
            <a:ext cx="1604520" cy="2214720"/>
          </a:xfrm>
          <a:custGeom>
            <a:avLst/>
            <a:gdLst>
              <a:gd name="textAreaLeft" fmla="*/ 0 w 1604520"/>
              <a:gd name="textAreaRight" fmla="*/ 1604880 w 1604520"/>
              <a:gd name="textAreaTop" fmla="*/ 0 h 2214720"/>
              <a:gd name="textAreaBottom" fmla="*/ 2215080 h 2214720"/>
              <a:gd name="GluePoint1X" fmla="*/ 553926 w 2066549"/>
              <a:gd name="GluePoint1Y" fmla="*/ 423257 h 2852272"/>
              <a:gd name="GluePoint2X" fmla="*/ 961725 w 2066549"/>
              <a:gd name="GluePoint2Y" fmla="*/ 0 h 2852272"/>
              <a:gd name="GluePoint3X" fmla="*/ 1021082 w 2066549"/>
              <a:gd name="GluePoint3Y" fmla="*/ 68912 h 2852272"/>
              <a:gd name="GluePoint4X" fmla="*/ 1111072 w 2066549"/>
              <a:gd name="GluePoint4Y" fmla="*/ 170333 h 2852272"/>
              <a:gd name="GluePoint5X" fmla="*/ 2060878 w 2066549"/>
              <a:gd name="GluePoint5Y" fmla="*/ 1970501 h 2852272"/>
              <a:gd name="GluePoint6X" fmla="*/ 1640107 w 2066549"/>
              <a:gd name="GluePoint6Y" fmla="*/ 2656896 h 2852272"/>
              <a:gd name="GluePoint7X" fmla="*/ 286734 w 2066549"/>
              <a:gd name="GluePoint7Y" fmla="*/ 2701018 h 2852272"/>
              <a:gd name="GluePoint8X" fmla="*/ 138732 w 2066549"/>
              <a:gd name="GluePoint8Y" fmla="*/ 2654962 h 2852272"/>
              <a:gd name="GluePoint9X" fmla="*/ 0 w 2066549"/>
              <a:gd name="GluePoint9Y" fmla="*/ 2616712 h 2852272"/>
              <a:gd name="GluePoint10X" fmla="*/ 0 w 2066549"/>
              <a:gd name="GluePoint10Y" fmla="*/ 2020699 h 2852272"/>
              <a:gd name="GluePoint11X" fmla="*/ 102546 w 2066549"/>
              <a:gd name="GluePoint11Y" fmla="*/ 2039137 h 2852272"/>
              <a:gd name="GluePoint12X" fmla="*/ 464200 w 2066549"/>
              <a:gd name="GluePoint12Y" fmla="*/ 2142745 h 2852272"/>
              <a:gd name="GluePoint13X" fmla="*/ 1297330 w 2066549"/>
              <a:gd name="GluePoint13Y" fmla="*/ 2182440 h 2852272"/>
              <a:gd name="GluePoint14X" fmla="*/ 1479167 w 2066549"/>
              <a:gd name="GluePoint14Y" fmla="*/ 1907652 h 2852272"/>
              <a:gd name="GluePoint15X" fmla="*/ 1244562 w 2066549"/>
              <a:gd name="GluePoint15Y" fmla="*/ 1266824 h 2852272"/>
              <a:gd name="GluePoint16X" fmla="*/ 674977 w 2066549"/>
              <a:gd name="GluePoint16Y" fmla="*/ 560103 h 2852272"/>
              <a:gd name="GluePoint17X" fmla="*/ 579902 w 2066549"/>
              <a:gd name="GluePoint17Y" fmla="*/ 453268 h 2852272"/>
              <a:gd name="GluePoint18X" fmla="*/ 553926 w 2066549"/>
              <a:gd name="GluePoint18Y" fmla="*/ 423257 h 28522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19" name="Forma libre: Forma 35"/>
          <p:cNvSpPr/>
          <p:nvPr/>
        </p:nvSpPr>
        <p:spPr>
          <a:xfrm rot="13564200">
            <a:off x="9811080" y="2108160"/>
            <a:ext cx="1629000" cy="1198080"/>
          </a:xfrm>
          <a:custGeom>
            <a:avLst/>
            <a:gdLst>
              <a:gd name="textAreaLeft" fmla="*/ 0 w 1629000"/>
              <a:gd name="textAreaRight" fmla="*/ 1629360 w 1629000"/>
              <a:gd name="textAreaTop" fmla="*/ 0 h 1198080"/>
              <a:gd name="textAreaBottom" fmla="*/ 1198440 h 1198080"/>
              <a:gd name="GluePoint1X" fmla="*/ 0 w 2098078"/>
              <a:gd name="GluePoint1Y" fmla="*/ 937894 h 1543205"/>
              <a:gd name="GluePoint2X" fmla="*/ 57389 w 2098078"/>
              <a:gd name="GluePoint2Y" fmla="*/ 948173 h 1543205"/>
              <a:gd name="GluePoint3X" fmla="*/ 984878 w 2098078"/>
              <a:gd name="GluePoint3Y" fmla="*/ 771250 h 1543205"/>
              <a:gd name="GluePoint4X" fmla="*/ 1507098 w 2098078"/>
              <a:gd name="GluePoint4Y" fmla="*/ 136811 h 1543205"/>
              <a:gd name="GluePoint5X" fmla="*/ 1525655 w 2098078"/>
              <a:gd name="GluePoint5Y" fmla="*/ 19495 h 1543205"/>
              <a:gd name="GluePoint6X" fmla="*/ 1526207 w 2098078"/>
              <a:gd name="GluePoint6Y" fmla="*/ 0 h 1543205"/>
              <a:gd name="GluePoint7X" fmla="*/ 2098078 w 2098078"/>
              <a:gd name="GluePoint7Y" fmla="*/ 142312 h 1543205"/>
              <a:gd name="GluePoint8X" fmla="*/ 2077395 w 2098078"/>
              <a:gd name="GluePoint8Y" fmla="*/ 265811 h 1543205"/>
              <a:gd name="GluePoint9X" fmla="*/ 1748052 w 2098078"/>
              <a:gd name="GluePoint9Y" fmla="*/ 905297 h 1543205"/>
              <a:gd name="GluePoint10X" fmla="*/ 1748364 w 2098078"/>
              <a:gd name="GluePoint10Y" fmla="*/ 902971 h 1543205"/>
              <a:gd name="GluePoint11X" fmla="*/ 1265175 w 2098078"/>
              <a:gd name="GluePoint11Y" fmla="*/ 1284293 h 1543205"/>
              <a:gd name="GluePoint12X" fmla="*/ 150117 w 2098078"/>
              <a:gd name="GluePoint12Y" fmla="*/ 1541581 h 1543205"/>
              <a:gd name="GluePoint13X" fmla="*/ 6676 w 2098078"/>
              <a:gd name="GluePoint13Y" fmla="*/ 1530146 h 1543205"/>
              <a:gd name="GluePoint14X" fmla="*/ 0 w 2098078"/>
              <a:gd name="GluePoint14Y" fmla="*/ 937894 h 15432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20" name="Forma libre: Forma 36"/>
          <p:cNvSpPr/>
          <p:nvPr/>
        </p:nvSpPr>
        <p:spPr>
          <a:xfrm rot="13564200">
            <a:off x="8058960" y="3158640"/>
            <a:ext cx="3307320" cy="3150720"/>
          </a:xfrm>
          <a:custGeom>
            <a:avLst/>
            <a:gdLst>
              <a:gd name="textAreaLeft" fmla="*/ 0 w 3307320"/>
              <a:gd name="textAreaRight" fmla="*/ 3307680 w 3307320"/>
              <a:gd name="textAreaTop" fmla="*/ 0 h 3150720"/>
              <a:gd name="textAreaBottom" fmla="*/ 3151080 h 3150720"/>
              <a:gd name="GluePoint1X" fmla="*/ 219347 w 4259634"/>
              <a:gd name="GluePoint1Y" fmla="*/ 332112 h 4057556"/>
              <a:gd name="GluePoint2X" fmla="*/ 461132 w 4259634"/>
              <a:gd name="GluePoint2Y" fmla="*/ 142591 h 4057556"/>
              <a:gd name="GluePoint3X" fmla="*/ 996504 w 4259634"/>
              <a:gd name="GluePoint3Y" fmla="*/ 212 h 4057556"/>
              <a:gd name="GluePoint4X" fmla="*/ 1184588 w 4259634"/>
              <a:gd name="GluePoint4Y" fmla="*/ 10673 h 4057556"/>
              <a:gd name="GluePoint5X" fmla="*/ 1267317 w 4259634"/>
              <a:gd name="GluePoint5Y" fmla="*/ 25547 h 4057556"/>
              <a:gd name="GluePoint6X" fmla="*/ 1267317 w 4259634"/>
              <a:gd name="GluePoint6Y" fmla="*/ 621561 h 4057556"/>
              <a:gd name="GluePoint7X" fmla="*/ 1264061 w 4259634"/>
              <a:gd name="GluePoint7Y" fmla="*/ 620663 h 4057556"/>
              <a:gd name="GluePoint8X" fmla="*/ 1007338 w 4259634"/>
              <a:gd name="GluePoint8Y" fmla="*/ 585479 h 4057556"/>
              <a:gd name="GluePoint9X" fmla="*/ 603339 w 4259634"/>
              <a:gd name="GluePoint9Y" fmla="*/ 800910 h 4057556"/>
              <a:gd name="GluePoint10X" fmla="*/ 645587 w 4259634"/>
              <a:gd name="GluePoint10Y" fmla="*/ 1150589 h 4057556"/>
              <a:gd name="GluePoint11X" fmla="*/ 1152754 w 4259634"/>
              <a:gd name="GluePoint11Y" fmla="*/ 1602447 h 4057556"/>
              <a:gd name="GluePoint12X" fmla="*/ 1999912 w 4259634"/>
              <a:gd name="GluePoint12Y" fmla="*/ 1831952 h 4057556"/>
              <a:gd name="GluePoint13X" fmla="*/ 2902064 w 4259634"/>
              <a:gd name="GluePoint13Y" fmla="*/ 2078633 h 4057556"/>
              <a:gd name="GluePoint14X" fmla="*/ 3916012 w 4259634"/>
              <a:gd name="GluePoint14Y" fmla="*/ 2868593 h 4057556"/>
              <a:gd name="GluePoint15X" fmla="*/ 4250603 w 4259634"/>
              <a:gd name="GluePoint15Y" fmla="*/ 4011882 h 4057556"/>
              <a:gd name="GluePoint16X" fmla="*/ 4242954 w 4259634"/>
              <a:gd name="GluePoint16Y" fmla="*/ 4057556 h 4057556"/>
              <a:gd name="GluePoint17X" fmla="*/ 3671083 w 4259634"/>
              <a:gd name="GluePoint17Y" fmla="*/ 3915244 h 4057556"/>
              <a:gd name="GluePoint18X" fmla="*/ 3673797 w 4259634"/>
              <a:gd name="GluePoint18Y" fmla="*/ 3819485 h 4057556"/>
              <a:gd name="GluePoint19X" fmla="*/ 2667349 w 4259634"/>
              <a:gd name="GluePoint19Y" fmla="*/ 2613430 h 4057556"/>
              <a:gd name="GluePoint20X" fmla="*/ 1885093 w 4259634"/>
              <a:gd name="GluePoint20Y" fmla="*/ 2404608 h 4057556"/>
              <a:gd name="GluePoint21X" fmla="*/ 918040 w 4259634"/>
              <a:gd name="GluePoint21Y" fmla="*/ 2137236 h 4057556"/>
              <a:gd name="GluePoint22X" fmla="*/ 120755 w 4259634"/>
              <a:gd name="GluePoint22Y" fmla="*/ 1406992 h 4057556"/>
              <a:gd name="GluePoint23X" fmla="*/ 62139 w 4259634"/>
              <a:gd name="GluePoint23Y" fmla="*/ 579743 h 4057556"/>
              <a:gd name="GluePoint24X" fmla="*/ 219347 w 4259634"/>
              <a:gd name="GluePoint24Y" fmla="*/ 332112 h 4057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Lst>
            <a:rect l="textAreaLeft" t="textAreaTop" r="textAreaRight" b="textAreaBottom"/>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21" name="Forma libre: Forma 39"/>
          <p:cNvSpPr/>
          <p:nvPr/>
        </p:nvSpPr>
        <p:spPr>
          <a:xfrm rot="3024000">
            <a:off x="1735560" y="6053400"/>
            <a:ext cx="1009800" cy="721800"/>
          </a:xfrm>
          <a:custGeom>
            <a:avLst/>
            <a:gdLst>
              <a:gd name="textAreaLeft" fmla="*/ 0 w 1009800"/>
              <a:gd name="textAreaRight" fmla="*/ 1010160 w 1009800"/>
              <a:gd name="textAreaTop" fmla="*/ 0 h 721800"/>
              <a:gd name="textAreaBottom" fmla="*/ 722160 h 721800"/>
              <a:gd name="GluePoint1X" fmla="*/ 0 w 1010290"/>
              <a:gd name="GluePoint1Y" fmla="*/ 0 h 722307"/>
              <a:gd name="GluePoint2X" fmla="*/ 172564 w 1010290"/>
              <a:gd name="GluePoint2Y" fmla="*/ 5748 h 722307"/>
              <a:gd name="GluePoint3X" fmla="*/ 351262 w 1010290"/>
              <a:gd name="GluePoint3Y" fmla="*/ 37350 h 722307"/>
              <a:gd name="GluePoint4X" fmla="*/ 956934 w 1010290"/>
              <a:gd name="GluePoint4Y" fmla="*/ 382935 h 722307"/>
              <a:gd name="GluePoint5X" fmla="*/ 1010290 w 1010290"/>
              <a:gd name="GluePoint5Y" fmla="*/ 445950 h 722307"/>
              <a:gd name="GluePoint6X" fmla="*/ 781682 w 1010290"/>
              <a:gd name="GluePoint6Y" fmla="*/ 722307 h 722307"/>
              <a:gd name="GluePoint7X" fmla="*/ 776753 w 1010290"/>
              <a:gd name="GluePoint7Y" fmla="*/ 714612 h 722307"/>
              <a:gd name="GluePoint8X" fmla="*/ 703848 w 1010290"/>
              <a:gd name="GluePoint8Y" fmla="*/ 628109 h 722307"/>
              <a:gd name="GluePoint9X" fmla="*/ 14430 w 1010290"/>
              <a:gd name="GluePoint9Y" fmla="*/ 352391 h 722307"/>
              <a:gd name="GluePoint10X" fmla="*/ 0 w 1010290"/>
              <a:gd name="GluePoint10Y" fmla="*/ 353923 h 722307"/>
              <a:gd name="GluePoint11X" fmla="*/ 0 w 1010290"/>
              <a:gd name="GluePoint11Y" fmla="*/ 0 h 72230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22" name="Forma libre: Forma 41"/>
          <p:cNvSpPr/>
          <p:nvPr/>
        </p:nvSpPr>
        <p:spPr>
          <a:xfrm rot="3024000">
            <a:off x="96480" y="4806360"/>
            <a:ext cx="1694880" cy="1849320"/>
          </a:xfrm>
          <a:custGeom>
            <a:avLst/>
            <a:gdLst>
              <a:gd name="textAreaLeft" fmla="*/ 0 w 1694880"/>
              <a:gd name="textAreaRight" fmla="*/ 1695240 w 1694880"/>
              <a:gd name="textAreaTop" fmla="*/ 0 h 1849320"/>
              <a:gd name="textAreaBottom" fmla="*/ 1849680 h 1849320"/>
              <a:gd name="GluePoint1X" fmla="*/ 858868 w 1695390"/>
              <a:gd name="GluePoint1Y" fmla="*/ 403776 h 1849811"/>
              <a:gd name="GluePoint2X" fmla="*/ 1348128 w 1695390"/>
              <a:gd name="GluePoint2Y" fmla="*/ 64969 h 1849811"/>
              <a:gd name="GluePoint3X" fmla="*/ 1690336 w 1695390"/>
              <a:gd name="GluePoint3Y" fmla="*/ 0 h 1849811"/>
              <a:gd name="GluePoint4X" fmla="*/ 1695390 w 1695390"/>
              <a:gd name="GluePoint4Y" fmla="*/ 168 h 1849811"/>
              <a:gd name="GluePoint5X" fmla="*/ 1695390 w 1695390"/>
              <a:gd name="GluePoint5Y" fmla="*/ 354091 h 1849811"/>
              <a:gd name="GluePoint6X" fmla="*/ 1585912 w 1695390"/>
              <a:gd name="GluePoint6Y" fmla="*/ 365713 h 1849811"/>
              <a:gd name="GluePoint7X" fmla="*/ 1466262 w 1695390"/>
              <a:gd name="GluePoint7Y" fmla="*/ 397444 h 1849811"/>
              <a:gd name="GluePoint8X" fmla="*/ 1025802 w 1695390"/>
              <a:gd name="GluePoint8Y" fmla="*/ 773704 h 1849811"/>
              <a:gd name="GluePoint9X" fmla="*/ 1304956 w 1695390"/>
              <a:gd name="GluePoint9Y" fmla="*/ 847462 h 1849811"/>
              <a:gd name="GluePoint10X" fmla="*/ 1547016 w 1695390"/>
              <a:gd name="GluePoint10Y" fmla="*/ 1075704 h 1849811"/>
              <a:gd name="GluePoint11X" fmla="*/ 1624131 w 1695390"/>
              <a:gd name="GluePoint11Y" fmla="*/ 1410358 h 1849811"/>
              <a:gd name="GluePoint12X" fmla="*/ 1456367 w 1695390"/>
              <a:gd name="GluePoint12Y" fmla="*/ 1729278 h 1849811"/>
              <a:gd name="GluePoint13X" fmla="*/ 1376985 w 1695390"/>
              <a:gd name="GluePoint13Y" fmla="*/ 1786588 h 1849811"/>
              <a:gd name="GluePoint14X" fmla="*/ 1106317 w 1695390"/>
              <a:gd name="GluePoint14Y" fmla="*/ 1847588 h 1849811"/>
              <a:gd name="GluePoint15X" fmla="*/ 695065 w 1695390"/>
              <a:gd name="GluePoint15Y" fmla="*/ 1558803 h 1849811"/>
              <a:gd name="GluePoint16X" fmla="*/ 596310 w 1695390"/>
              <a:gd name="GluePoint16Y" fmla="*/ 1300004 h 1849811"/>
              <a:gd name="GluePoint17X" fmla="*/ 333064 w 1695390"/>
              <a:gd name="GluePoint17Y" fmla="*/ 1599654 h 1849811"/>
              <a:gd name="GluePoint18X" fmla="*/ 272454 w 1695390"/>
              <a:gd name="GluePoint18Y" fmla="*/ 1674228 h 1849811"/>
              <a:gd name="GluePoint19X" fmla="*/ 0 w 1695390"/>
              <a:gd name="GluePoint19Y" fmla="*/ 1448849 h 1849811"/>
              <a:gd name="GluePoint20X" fmla="*/ 53863 w 1695390"/>
              <a:gd name="GluePoint20Y" fmla="*/ 1382262 h 1849811"/>
              <a:gd name="GluePoint21X" fmla="*/ 321136 w 1695390"/>
              <a:gd name="GluePoint21Y" fmla="*/ 1073104 h 1849811"/>
              <a:gd name="GluePoint22X" fmla="*/ 607887 w 1695390"/>
              <a:gd name="GluePoint22Y" fmla="*/ 865976 h 1849811"/>
              <a:gd name="GluePoint23X" fmla="*/ 662023 w 1695390"/>
              <a:gd name="GluePoint23Y" fmla="*/ 709724 h 1849811"/>
              <a:gd name="GluePoint24X" fmla="*/ 858868 w 1695390"/>
              <a:gd name="GluePoint24Y" fmla="*/ 403776 h 1849811"/>
              <a:gd name="GluePoint25X" fmla="*/ 929482 w 1695390"/>
              <a:gd name="GluePoint25Y" fmla="*/ 1130087 h 1849811"/>
              <a:gd name="GluePoint26X" fmla="*/ 997909 w 1695390"/>
              <a:gd name="GluePoint26Y" fmla="*/ 1379202 h 1849811"/>
              <a:gd name="GluePoint27X" fmla="*/ 1141244 w 1695390"/>
              <a:gd name="GluePoint27Y" fmla="*/ 1497142 h 1849811"/>
              <a:gd name="GluePoint28X" fmla="*/ 1181070 w 1695390"/>
              <a:gd name="GluePoint28Y" fmla="*/ 1491018 h 1849811"/>
              <a:gd name="GluePoint29X" fmla="*/ 1250199 w 1695390"/>
              <a:gd name="GluePoint29Y" fmla="*/ 1432266 h 1849811"/>
              <a:gd name="GluePoint30X" fmla="*/ 1269219 w 1695390"/>
              <a:gd name="GluePoint30Y" fmla="*/ 1389587 h 1849811"/>
              <a:gd name="GluePoint31X" fmla="*/ 1269167 w 1695390"/>
              <a:gd name="GluePoint31Y" fmla="*/ 1389875 h 1849811"/>
              <a:gd name="GluePoint32X" fmla="*/ 1269261 w 1695390"/>
              <a:gd name="GluePoint32Y" fmla="*/ 1389492 h 1849811"/>
              <a:gd name="GluePoint33X" fmla="*/ 1269219 w 1695390"/>
              <a:gd name="GluePoint33Y" fmla="*/ 1389587 h 1849811"/>
              <a:gd name="GluePoint34X" fmla="*/ 1272070 w 1695390"/>
              <a:gd name="GluePoint34Y" fmla="*/ 1373611 h 1849811"/>
              <a:gd name="GluePoint35X" fmla="*/ 1142061 w 1695390"/>
              <a:gd name="GluePoint35Y" fmla="*/ 1161538 h 1849811"/>
              <a:gd name="GluePoint36X" fmla="*/ 929482 w 1695390"/>
              <a:gd name="GluePoint36Y" fmla="*/ 1130087 h 184981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textAreaLeft" t="textAreaTop" r="textAreaRight" b="textAreaBottom"/>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ción 2">
    <p:bg>
      <p:bgPr>
        <a:solidFill>
          <a:srgbClr val="3d47a1"/>
        </a:solidFill>
      </p:bgPr>
    </p:bg>
    <p:spTree>
      <p:nvGrpSpPr>
        <p:cNvPr id="1" name=""/>
        <p:cNvGrpSpPr/>
        <p:nvPr/>
      </p:nvGrpSpPr>
      <p:grpSpPr>
        <a:xfrm>
          <a:off x="0" y="0"/>
          <a:ext cx="0" cy="0"/>
          <a:chOff x="0" y="0"/>
          <a:chExt cx="0" cy="0"/>
        </a:xfrm>
      </p:grpSpPr>
      <p:sp>
        <p:nvSpPr>
          <p:cNvPr id="323" name="PlaceHolder 1"/>
          <p:cNvSpPr>
            <a:spLocks noGrp="1"/>
          </p:cNvSpPr>
          <p:nvPr>
            <p:ph type="title"/>
          </p:nvPr>
        </p:nvSpPr>
        <p:spPr>
          <a:xfrm>
            <a:off x="612720" y="-1134000"/>
            <a:ext cx="10652400" cy="91404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lt1"/>
                </a:solidFill>
                <a:effectLst/>
                <a:uFillTx/>
                <a:latin typeface="Verdana Pro Black"/>
              </a:rPr>
              <a:t>Haga clic para modificar el estilo de título del patrón</a:t>
            </a:r>
            <a:endParaRPr lang="en-US" sz="2800" b="0" u="none" strike="noStrike">
              <a:solidFill>
                <a:schemeClr val="lt1"/>
              </a:solidFill>
              <a:effectLst/>
              <a:uFillTx/>
              <a:latin typeface="Corbel"/>
            </a:endParaRPr>
          </a:p>
        </p:txBody>
      </p:sp>
      <p:sp>
        <p:nvSpPr>
          <p:cNvPr id="324" name="PlaceHolder 2"/>
          <p:cNvSpPr>
            <a:spLocks noGrp="1"/>
          </p:cNvSpPr>
          <p:nvPr>
            <p:ph type="body"/>
          </p:nvPr>
        </p:nvSpPr>
        <p:spPr>
          <a:xfrm>
            <a:off x="5348880" y="635040"/>
            <a:ext cx="6208560" cy="4470480"/>
          </a:xfrm>
          <a:prstGeom prst="rect">
            <a:avLst/>
          </a:prstGeom>
          <a:noFill/>
          <a:ln w="0">
            <a:noFill/>
          </a:ln>
        </p:spPr>
        <p:txBody>
          <a:bodyPr lIns="91440" rIns="91440" tIns="45720" bIns="45720" anchor="ctr">
            <a:noAutofit/>
          </a:bodyPr>
          <a:p>
            <a:pPr indent="0" defTabSz="914400">
              <a:lnSpc>
                <a:spcPct val="90000"/>
              </a:lnSpc>
              <a:spcBef>
                <a:spcPts val="1001"/>
              </a:spcBef>
              <a:spcAft>
                <a:spcPts val="601"/>
              </a:spcAft>
              <a:buNone/>
              <a:tabLst>
                <a:tab algn="l" pos="0"/>
              </a:tabLst>
            </a:pPr>
            <a:r>
              <a:rPr lang="es" sz="6000" b="1" u="none" spc="99" strike="noStrike">
                <a:solidFill>
                  <a:schemeClr val="lt1"/>
                </a:solidFill>
                <a:effectLst/>
                <a:uFillTx/>
                <a:latin typeface="Corbel"/>
              </a:rPr>
              <a:t>Haga clic para agregar una instrucción</a:t>
            </a:r>
            <a:endParaRPr lang="en-US" sz="6000" b="0" u="none" spc="99" strike="noStrike">
              <a:solidFill>
                <a:schemeClr val="lt1"/>
              </a:solidFill>
              <a:effectLst/>
              <a:uFillTx/>
              <a:latin typeface="Corbel"/>
            </a:endParaRPr>
          </a:p>
          <a:p>
            <a:pPr marL="228600" indent="0" defTabSz="914400">
              <a:lnSpc>
                <a:spcPct val="90000"/>
              </a:lnSpc>
              <a:spcBef>
                <a:spcPts val="499"/>
              </a:spcBef>
              <a:spcAft>
                <a:spcPts val="601"/>
              </a:spcAft>
              <a:buNone/>
              <a:tabLst>
                <a:tab algn="l" pos="0"/>
              </a:tabLst>
            </a:pPr>
            <a:r>
              <a:rPr lang="es" sz="6000" b="1" u="none" spc="99" strike="noStrike">
                <a:solidFill>
                  <a:schemeClr val="lt1"/>
                </a:solidFill>
                <a:effectLst/>
                <a:uFillTx/>
                <a:latin typeface="Corbel"/>
              </a:rPr>
              <a:t>Segundo nivel</a:t>
            </a:r>
            <a:endParaRPr lang="en-US" sz="6000" b="0" u="none" spc="99" strike="noStrike">
              <a:solidFill>
                <a:schemeClr val="lt1"/>
              </a:solidFill>
              <a:effectLst/>
              <a:uFillTx/>
              <a:latin typeface="Corbel"/>
            </a:endParaRPr>
          </a:p>
          <a:p>
            <a:pPr marL="457200" indent="0" defTabSz="914400">
              <a:lnSpc>
                <a:spcPct val="90000"/>
              </a:lnSpc>
              <a:spcBef>
                <a:spcPts val="499"/>
              </a:spcBef>
              <a:spcAft>
                <a:spcPts val="601"/>
              </a:spcAft>
              <a:buNone/>
              <a:tabLst>
                <a:tab algn="l" pos="0"/>
              </a:tabLst>
            </a:pPr>
            <a:r>
              <a:rPr lang="es" sz="6000" b="1" u="none" spc="99" strike="noStrike">
                <a:solidFill>
                  <a:schemeClr val="lt1"/>
                </a:solidFill>
                <a:effectLst/>
                <a:uFillTx/>
                <a:latin typeface="Corbel"/>
              </a:rPr>
              <a:t>Tercer nivel</a:t>
            </a:r>
            <a:endParaRPr lang="en-US" sz="6000" b="0" u="none" spc="99" strike="noStrike">
              <a:solidFill>
                <a:schemeClr val="lt1"/>
              </a:solidFill>
              <a:effectLst/>
              <a:uFillTx/>
              <a:latin typeface="Corbel"/>
            </a:endParaRPr>
          </a:p>
          <a:p>
            <a:pPr marL="685800" indent="0" defTabSz="914400">
              <a:lnSpc>
                <a:spcPct val="90000"/>
              </a:lnSpc>
              <a:spcBef>
                <a:spcPts val="499"/>
              </a:spcBef>
              <a:spcAft>
                <a:spcPts val="601"/>
              </a:spcAft>
              <a:buNone/>
              <a:tabLst>
                <a:tab algn="l" pos="0"/>
              </a:tabLst>
            </a:pPr>
            <a:r>
              <a:rPr lang="es" sz="6000" b="1" u="none" spc="99" strike="noStrike">
                <a:solidFill>
                  <a:schemeClr val="lt1"/>
                </a:solidFill>
                <a:effectLst/>
                <a:uFillTx/>
                <a:latin typeface="Corbel"/>
              </a:rPr>
              <a:t>Cuarto nivel</a:t>
            </a:r>
            <a:endParaRPr lang="en-US" sz="6000" b="0" u="none" spc="99" strike="noStrike">
              <a:solidFill>
                <a:schemeClr val="lt1"/>
              </a:solidFill>
              <a:effectLst/>
              <a:uFillTx/>
              <a:latin typeface="Corbel"/>
            </a:endParaRPr>
          </a:p>
          <a:p>
            <a:pPr marL="914400" indent="0" defTabSz="914400">
              <a:lnSpc>
                <a:spcPct val="90000"/>
              </a:lnSpc>
              <a:spcBef>
                <a:spcPts val="499"/>
              </a:spcBef>
              <a:spcAft>
                <a:spcPts val="601"/>
              </a:spcAft>
              <a:buNone/>
              <a:tabLst>
                <a:tab algn="l" pos="0"/>
              </a:tabLst>
            </a:pPr>
            <a:r>
              <a:rPr lang="es" sz="6000" b="1" u="none" spc="99" strike="noStrike">
                <a:solidFill>
                  <a:schemeClr val="lt1"/>
                </a:solidFill>
                <a:effectLst/>
                <a:uFillTx/>
                <a:latin typeface="Corbel"/>
              </a:rPr>
              <a:t>Quinto nivel</a:t>
            </a:r>
            <a:endParaRPr lang="en-US" sz="6000" b="0" u="none" spc="99" strike="noStrike">
              <a:solidFill>
                <a:schemeClr val="lt1"/>
              </a:solidFill>
              <a:effectLst/>
              <a:uFillTx/>
              <a:latin typeface="Corbel"/>
            </a:endParaRPr>
          </a:p>
        </p:txBody>
      </p:sp>
      <p:sp>
        <p:nvSpPr>
          <p:cNvPr id="325" name="PlaceHolder 3"/>
          <p:cNvSpPr>
            <a:spLocks noGrp="1"/>
          </p:cNvSpPr>
          <p:nvPr>
            <p:ph type="dt" idx="97"/>
          </p:nvPr>
        </p:nvSpPr>
        <p:spPr>
          <a:xfrm>
            <a:off x="633960" y="6426720"/>
            <a:ext cx="12283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326" name="PlaceHolder 4"/>
          <p:cNvSpPr>
            <a:spLocks noGrp="1"/>
          </p:cNvSpPr>
          <p:nvPr>
            <p:ph type="ftr" idx="98"/>
          </p:nvPr>
        </p:nvSpPr>
        <p:spPr>
          <a:xfrm>
            <a:off x="216684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27" name="PlaceHolder 5"/>
          <p:cNvSpPr>
            <a:spLocks noGrp="1"/>
          </p:cNvSpPr>
          <p:nvPr>
            <p:ph type="sldNum" idx="99"/>
          </p:nvPr>
        </p:nvSpPr>
        <p:spPr>
          <a:xfrm>
            <a:off x="658584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grpSp>
        <p:nvGrpSpPr>
          <p:cNvPr id="328" name="Grupo 42"/>
          <p:cNvGrpSpPr/>
          <p:nvPr/>
        </p:nvGrpSpPr>
        <p:grpSpPr>
          <a:xfrm>
            <a:off x="-1440" y="-535680"/>
            <a:ext cx="5378040" cy="5680080"/>
            <a:chOff x="-1440" y="-535680"/>
            <a:chExt cx="5378040" cy="5680080"/>
          </a:xfrm>
        </p:grpSpPr>
        <p:sp>
          <p:nvSpPr>
            <p:cNvPr id="329" name="Forma libre: Forma 33"/>
            <p:cNvSpPr/>
            <p:nvPr/>
          </p:nvSpPr>
          <p:spPr>
            <a:xfrm>
              <a:off x="-1440" y="780840"/>
              <a:ext cx="907920" cy="3186720"/>
            </a:xfrm>
            <a:custGeom>
              <a:avLst/>
              <a:gdLst>
                <a:gd name="textAreaLeft" fmla="*/ 0 w 907920"/>
                <a:gd name="textAreaRight" fmla="*/ 908280 w 907920"/>
                <a:gd name="textAreaTop" fmla="*/ 0 h 3186720"/>
                <a:gd name="textAreaBottom" fmla="*/ 3187080 h 3186720"/>
                <a:gd name="GluePoint1X" fmla="*/ 580741 w 908345"/>
                <a:gd name="GluePoint1Y" fmla="*/ 3186945 h 3186945"/>
                <a:gd name="GluePoint2X" fmla="*/ 570933 w 908345"/>
                <a:gd name="GluePoint2Y" fmla="*/ 3174992 h 3186945"/>
                <a:gd name="GluePoint3X" fmla="*/ 22634 w 908345"/>
                <a:gd name="GluePoint3Y" fmla="*/ 1554343 h 3186945"/>
                <a:gd name="GluePoint4X" fmla="*/ 0 w 908345"/>
                <a:gd name="GluePoint4Y" fmla="*/ 1416919 h 3186945"/>
                <a:gd name="GluePoint5X" fmla="*/ 0 w 908345"/>
                <a:gd name="GluePoint5Y" fmla="*/ 0 h 3186945"/>
                <a:gd name="GluePoint6X" fmla="*/ 10278 w 908345"/>
                <a:gd name="GluePoint6Y" fmla="*/ 13462 h 3186945"/>
                <a:gd name="GluePoint7X" fmla="*/ 299262 w 908345"/>
                <a:gd name="GluePoint7Y" fmla="*/ 628650 h 3186945"/>
                <a:gd name="GluePoint8X" fmla="*/ 471398 w 908345"/>
                <a:gd name="GluePoint8Y" fmla="*/ 1485322 h 3186945"/>
                <a:gd name="GluePoint9X" fmla="*/ 828706 w 908345"/>
                <a:gd name="GluePoint9Y" fmla="*/ 2745052 h 3186945"/>
                <a:gd name="GluePoint10X" fmla="*/ 908345 w 908345"/>
                <a:gd name="GluePoint10Y" fmla="*/ 2864105 h 3186945"/>
                <a:gd name="GluePoint11X" fmla="*/ 580741 w 908345"/>
                <a:gd name="GluePoint11Y" fmla="*/ 3186945 h 31869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30" name="Forma libre: Forma 34"/>
            <p:cNvSpPr/>
            <p:nvPr/>
          </p:nvSpPr>
          <p:spPr>
            <a:xfrm rot="2764200">
              <a:off x="3220200" y="-296640"/>
              <a:ext cx="1604520" cy="2214720"/>
            </a:xfrm>
            <a:custGeom>
              <a:avLst/>
              <a:gdLst>
                <a:gd name="textAreaLeft" fmla="*/ 0 w 1604520"/>
                <a:gd name="textAreaRight" fmla="*/ 1604880 w 1604520"/>
                <a:gd name="textAreaTop" fmla="*/ 0 h 2214720"/>
                <a:gd name="textAreaBottom" fmla="*/ 2215080 h 2214720"/>
                <a:gd name="GluePoint1X" fmla="*/ 553926 w 2066549"/>
                <a:gd name="GluePoint1Y" fmla="*/ 423257 h 2852272"/>
                <a:gd name="GluePoint2X" fmla="*/ 961725 w 2066549"/>
                <a:gd name="GluePoint2Y" fmla="*/ 0 h 2852272"/>
                <a:gd name="GluePoint3X" fmla="*/ 1021082 w 2066549"/>
                <a:gd name="GluePoint3Y" fmla="*/ 68912 h 2852272"/>
                <a:gd name="GluePoint4X" fmla="*/ 1111072 w 2066549"/>
                <a:gd name="GluePoint4Y" fmla="*/ 170333 h 2852272"/>
                <a:gd name="GluePoint5X" fmla="*/ 2060878 w 2066549"/>
                <a:gd name="GluePoint5Y" fmla="*/ 1970501 h 2852272"/>
                <a:gd name="GluePoint6X" fmla="*/ 1640107 w 2066549"/>
                <a:gd name="GluePoint6Y" fmla="*/ 2656896 h 2852272"/>
                <a:gd name="GluePoint7X" fmla="*/ 286734 w 2066549"/>
                <a:gd name="GluePoint7Y" fmla="*/ 2701018 h 2852272"/>
                <a:gd name="GluePoint8X" fmla="*/ 138732 w 2066549"/>
                <a:gd name="GluePoint8Y" fmla="*/ 2654962 h 2852272"/>
                <a:gd name="GluePoint9X" fmla="*/ 0 w 2066549"/>
                <a:gd name="GluePoint9Y" fmla="*/ 2616712 h 2852272"/>
                <a:gd name="GluePoint10X" fmla="*/ 0 w 2066549"/>
                <a:gd name="GluePoint10Y" fmla="*/ 2020699 h 2852272"/>
                <a:gd name="GluePoint11X" fmla="*/ 102546 w 2066549"/>
                <a:gd name="GluePoint11Y" fmla="*/ 2039137 h 2852272"/>
                <a:gd name="GluePoint12X" fmla="*/ 464200 w 2066549"/>
                <a:gd name="GluePoint12Y" fmla="*/ 2142745 h 2852272"/>
                <a:gd name="GluePoint13X" fmla="*/ 1297330 w 2066549"/>
                <a:gd name="GluePoint13Y" fmla="*/ 2182440 h 2852272"/>
                <a:gd name="GluePoint14X" fmla="*/ 1479167 w 2066549"/>
                <a:gd name="GluePoint14Y" fmla="*/ 1907652 h 2852272"/>
                <a:gd name="GluePoint15X" fmla="*/ 1244562 w 2066549"/>
                <a:gd name="GluePoint15Y" fmla="*/ 1266824 h 2852272"/>
                <a:gd name="GluePoint16X" fmla="*/ 674977 w 2066549"/>
                <a:gd name="GluePoint16Y" fmla="*/ 560103 h 2852272"/>
                <a:gd name="GluePoint17X" fmla="*/ 579902 w 2066549"/>
                <a:gd name="GluePoint17Y" fmla="*/ 453268 h 2852272"/>
                <a:gd name="GluePoint18X" fmla="*/ 553926 w 2066549"/>
                <a:gd name="GluePoint18Y" fmla="*/ 423257 h 28522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31" name="Forma libre: Forma 35"/>
            <p:cNvSpPr/>
            <p:nvPr/>
          </p:nvSpPr>
          <p:spPr>
            <a:xfrm rot="2764200">
              <a:off x="750240" y="3542760"/>
              <a:ext cx="1629000" cy="1198080"/>
            </a:xfrm>
            <a:custGeom>
              <a:avLst/>
              <a:gdLst>
                <a:gd name="textAreaLeft" fmla="*/ 0 w 1629000"/>
                <a:gd name="textAreaRight" fmla="*/ 1629360 w 1629000"/>
                <a:gd name="textAreaTop" fmla="*/ 0 h 1198080"/>
                <a:gd name="textAreaBottom" fmla="*/ 1198440 h 1198080"/>
                <a:gd name="GluePoint1X" fmla="*/ 0 w 2098078"/>
                <a:gd name="GluePoint1Y" fmla="*/ 937894 h 1543205"/>
                <a:gd name="GluePoint2X" fmla="*/ 57389 w 2098078"/>
                <a:gd name="GluePoint2Y" fmla="*/ 948173 h 1543205"/>
                <a:gd name="GluePoint3X" fmla="*/ 984878 w 2098078"/>
                <a:gd name="GluePoint3Y" fmla="*/ 771250 h 1543205"/>
                <a:gd name="GluePoint4X" fmla="*/ 1507098 w 2098078"/>
                <a:gd name="GluePoint4Y" fmla="*/ 136811 h 1543205"/>
                <a:gd name="GluePoint5X" fmla="*/ 1525655 w 2098078"/>
                <a:gd name="GluePoint5Y" fmla="*/ 19495 h 1543205"/>
                <a:gd name="GluePoint6X" fmla="*/ 1526207 w 2098078"/>
                <a:gd name="GluePoint6Y" fmla="*/ 0 h 1543205"/>
                <a:gd name="GluePoint7X" fmla="*/ 2098078 w 2098078"/>
                <a:gd name="GluePoint7Y" fmla="*/ 142312 h 1543205"/>
                <a:gd name="GluePoint8X" fmla="*/ 2077395 w 2098078"/>
                <a:gd name="GluePoint8Y" fmla="*/ 265811 h 1543205"/>
                <a:gd name="GluePoint9X" fmla="*/ 1748052 w 2098078"/>
                <a:gd name="GluePoint9Y" fmla="*/ 905297 h 1543205"/>
                <a:gd name="GluePoint10X" fmla="*/ 1748364 w 2098078"/>
                <a:gd name="GluePoint10Y" fmla="*/ 902971 h 1543205"/>
                <a:gd name="GluePoint11X" fmla="*/ 1265175 w 2098078"/>
                <a:gd name="GluePoint11Y" fmla="*/ 1284293 h 1543205"/>
                <a:gd name="GluePoint12X" fmla="*/ 150117 w 2098078"/>
                <a:gd name="GluePoint12Y" fmla="*/ 1541581 h 1543205"/>
                <a:gd name="GluePoint13X" fmla="*/ 6676 w 2098078"/>
                <a:gd name="GluePoint13Y" fmla="*/ 1530146 h 1543205"/>
                <a:gd name="GluePoint14X" fmla="*/ 0 w 2098078"/>
                <a:gd name="GluePoint14Y" fmla="*/ 937894 h 15432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sp>
          <p:nvSpPr>
            <p:cNvPr id="332" name="Forma libre: Forma 36"/>
            <p:cNvSpPr/>
            <p:nvPr/>
          </p:nvSpPr>
          <p:spPr>
            <a:xfrm rot="2764200">
              <a:off x="823680" y="539280"/>
              <a:ext cx="3307320" cy="3150720"/>
            </a:xfrm>
            <a:custGeom>
              <a:avLst/>
              <a:gdLst>
                <a:gd name="textAreaLeft" fmla="*/ 0 w 3307320"/>
                <a:gd name="textAreaRight" fmla="*/ 3307680 w 3307320"/>
                <a:gd name="textAreaTop" fmla="*/ 0 h 3150720"/>
                <a:gd name="textAreaBottom" fmla="*/ 3151080 h 3150720"/>
                <a:gd name="GluePoint1X" fmla="*/ 219347 w 4259634"/>
                <a:gd name="GluePoint1Y" fmla="*/ 332112 h 4057556"/>
                <a:gd name="GluePoint2X" fmla="*/ 461132 w 4259634"/>
                <a:gd name="GluePoint2Y" fmla="*/ 142591 h 4057556"/>
                <a:gd name="GluePoint3X" fmla="*/ 996504 w 4259634"/>
                <a:gd name="GluePoint3Y" fmla="*/ 212 h 4057556"/>
                <a:gd name="GluePoint4X" fmla="*/ 1184588 w 4259634"/>
                <a:gd name="GluePoint4Y" fmla="*/ 10673 h 4057556"/>
                <a:gd name="GluePoint5X" fmla="*/ 1267317 w 4259634"/>
                <a:gd name="GluePoint5Y" fmla="*/ 25547 h 4057556"/>
                <a:gd name="GluePoint6X" fmla="*/ 1267317 w 4259634"/>
                <a:gd name="GluePoint6Y" fmla="*/ 621561 h 4057556"/>
                <a:gd name="GluePoint7X" fmla="*/ 1264061 w 4259634"/>
                <a:gd name="GluePoint7Y" fmla="*/ 620663 h 4057556"/>
                <a:gd name="GluePoint8X" fmla="*/ 1007338 w 4259634"/>
                <a:gd name="GluePoint8Y" fmla="*/ 585479 h 4057556"/>
                <a:gd name="GluePoint9X" fmla="*/ 603339 w 4259634"/>
                <a:gd name="GluePoint9Y" fmla="*/ 800910 h 4057556"/>
                <a:gd name="GluePoint10X" fmla="*/ 645587 w 4259634"/>
                <a:gd name="GluePoint10Y" fmla="*/ 1150589 h 4057556"/>
                <a:gd name="GluePoint11X" fmla="*/ 1152754 w 4259634"/>
                <a:gd name="GluePoint11Y" fmla="*/ 1602447 h 4057556"/>
                <a:gd name="GluePoint12X" fmla="*/ 1999912 w 4259634"/>
                <a:gd name="GluePoint12Y" fmla="*/ 1831952 h 4057556"/>
                <a:gd name="GluePoint13X" fmla="*/ 2902064 w 4259634"/>
                <a:gd name="GluePoint13Y" fmla="*/ 2078633 h 4057556"/>
                <a:gd name="GluePoint14X" fmla="*/ 3916012 w 4259634"/>
                <a:gd name="GluePoint14Y" fmla="*/ 2868593 h 4057556"/>
                <a:gd name="GluePoint15X" fmla="*/ 4250603 w 4259634"/>
                <a:gd name="GluePoint15Y" fmla="*/ 4011882 h 4057556"/>
                <a:gd name="GluePoint16X" fmla="*/ 4242954 w 4259634"/>
                <a:gd name="GluePoint16Y" fmla="*/ 4057556 h 4057556"/>
                <a:gd name="GluePoint17X" fmla="*/ 3671083 w 4259634"/>
                <a:gd name="GluePoint17Y" fmla="*/ 3915244 h 4057556"/>
                <a:gd name="GluePoint18X" fmla="*/ 3673797 w 4259634"/>
                <a:gd name="GluePoint18Y" fmla="*/ 3819485 h 4057556"/>
                <a:gd name="GluePoint19X" fmla="*/ 2667349 w 4259634"/>
                <a:gd name="GluePoint19Y" fmla="*/ 2613430 h 4057556"/>
                <a:gd name="GluePoint20X" fmla="*/ 1885093 w 4259634"/>
                <a:gd name="GluePoint20Y" fmla="*/ 2404608 h 4057556"/>
                <a:gd name="GluePoint21X" fmla="*/ 918040 w 4259634"/>
                <a:gd name="GluePoint21Y" fmla="*/ 2137236 h 4057556"/>
                <a:gd name="GluePoint22X" fmla="*/ 120755 w 4259634"/>
                <a:gd name="GluePoint22Y" fmla="*/ 1406992 h 4057556"/>
                <a:gd name="GluePoint23X" fmla="*/ 62139 w 4259634"/>
                <a:gd name="GluePoint23Y" fmla="*/ 579743 h 4057556"/>
                <a:gd name="GluePoint24X" fmla="*/ 219347 w 4259634"/>
                <a:gd name="GluePoint24Y" fmla="*/ 332112 h 4057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Lst>
              <a:rect l="textAreaLeft" t="textAreaTop" r="textAreaRight" b="textAreaBottom"/>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tabLst>
                  <a:tab algn="l" pos="0"/>
                </a:tabLst>
              </a:pPr>
              <a:endParaRPr lang="en-US" sz="1800" b="0" u="none" strike="noStrike">
                <a:solidFill>
                  <a:srgbClr val="ffffff"/>
                </a:solidFill>
                <a:effectLst/>
                <a:uFillTx/>
                <a:latin typeface="Corbel"/>
              </a:endParaRPr>
            </a:p>
          </p:txBody>
        </p:sp>
      </p:grpSp>
      <p:sp>
        <p:nvSpPr>
          <p:cNvPr id="333" name="Forma libre: Forma 37"/>
          <p:cNvSpPr/>
          <p:nvPr/>
        </p:nvSpPr>
        <p:spPr>
          <a:xfrm>
            <a:off x="854280" y="6352560"/>
            <a:ext cx="360" cy="360"/>
          </a:xfrm>
          <a:custGeom>
            <a:avLst/>
            <a:gdLst>
              <a:gd name="textAreaLeft" fmla="*/ 0 w 360"/>
              <a:gd name="textAreaRight" fmla="*/ 720 w 360"/>
              <a:gd name="textAreaTop" fmla="*/ 0 h 360"/>
              <a:gd name="textAreaBottom" fmla="*/ 720 h 360"/>
              <a:gd name="GluePoint1X" fmla="*/ 355 w 355"/>
              <a:gd name="GluePoint1Y" fmla="*/ 0 h 172"/>
              <a:gd name="GluePoint2X" fmla="*/ 0 w 355"/>
              <a:gd name="GluePoint2Y" fmla="*/ 172 h 172"/>
              <a:gd name="GluePoint3X" fmla="*/ 255 w 355"/>
              <a:gd name="GluePoint3Y" fmla="*/ 28 h 172"/>
              <a:gd name="GluePoint4X" fmla="*/ 355 w 355"/>
              <a:gd name="GluePoint4Y" fmla="*/ 0 h 17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34" name="Forma libre: Forma 38"/>
          <p:cNvSpPr/>
          <p:nvPr/>
        </p:nvSpPr>
        <p:spPr>
          <a:xfrm>
            <a:off x="854280" y="6352560"/>
            <a:ext cx="360" cy="360"/>
          </a:xfrm>
          <a:custGeom>
            <a:avLst/>
            <a:gdLst>
              <a:gd name="textAreaLeft" fmla="*/ 0 w 360"/>
              <a:gd name="textAreaRight" fmla="*/ 720 w 360"/>
              <a:gd name="textAreaTop" fmla="*/ 0 h 360"/>
              <a:gd name="textAreaBottom" fmla="*/ 720 h 360"/>
              <a:gd name="GluePoint1X" fmla="*/ 355 w 355"/>
              <a:gd name="GluePoint1Y" fmla="*/ 0 h 172"/>
              <a:gd name="GluePoint2X" fmla="*/ 0 w 355"/>
              <a:gd name="GluePoint2Y" fmla="*/ 172 h 172"/>
              <a:gd name="GluePoint3X" fmla="*/ 255 w 355"/>
              <a:gd name="GluePoint3Y" fmla="*/ 28 h 172"/>
              <a:gd name="GluePoint4X" fmla="*/ 355 w 355"/>
              <a:gd name="GluePoint4Y" fmla="*/ 0 h 17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35" name="Forma libre: Forma 40"/>
          <p:cNvSpPr/>
          <p:nvPr/>
        </p:nvSpPr>
        <p:spPr>
          <a:xfrm rot="3024000">
            <a:off x="854280" y="6352560"/>
            <a:ext cx="360" cy="360"/>
          </a:xfrm>
          <a:custGeom>
            <a:avLst/>
            <a:gdLst>
              <a:gd name="textAreaLeft" fmla="*/ 0 w 360"/>
              <a:gd name="textAreaRight" fmla="*/ 720 w 360"/>
              <a:gd name="textAreaTop" fmla="*/ 0 h 360"/>
              <a:gd name="textAreaBottom" fmla="*/ 720 h 360"/>
              <a:gd name="GluePoint1X" fmla="*/ 94 w 94"/>
              <a:gd name="GluePoint1Y" fmla="*/ 0 h 383"/>
              <a:gd name="GluePoint2X" fmla="*/ 0 w 94"/>
              <a:gd name="GluePoint2Y" fmla="*/ 383 h 383"/>
              <a:gd name="GluePoint3X" fmla="*/ 52 w 94"/>
              <a:gd name="GluePoint3Y" fmla="*/ 95 h 383"/>
              <a:gd name="GluePoint4X" fmla="*/ 94 w 94"/>
              <a:gd name="GluePoint4Y" fmla="*/ 0 h 3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grpSp>
        <p:nvGrpSpPr>
          <p:cNvPr id="336" name="Grupo 43"/>
          <p:cNvGrpSpPr/>
          <p:nvPr/>
        </p:nvGrpSpPr>
        <p:grpSpPr>
          <a:xfrm>
            <a:off x="9357480" y="4488840"/>
            <a:ext cx="3149280" cy="2544480"/>
            <a:chOff x="9357480" y="4488840"/>
            <a:chExt cx="3149280" cy="2544480"/>
          </a:xfrm>
        </p:grpSpPr>
        <p:sp>
          <p:nvSpPr>
            <p:cNvPr id="337" name="Forma libre: Forma 39"/>
            <p:cNvSpPr/>
            <p:nvPr/>
          </p:nvSpPr>
          <p:spPr>
            <a:xfrm flipH="1" rot="18576000">
              <a:off x="9452160" y="6053400"/>
              <a:ext cx="1009800" cy="721800"/>
            </a:xfrm>
            <a:custGeom>
              <a:avLst/>
              <a:gdLst>
                <a:gd name="textAreaLeft" fmla="*/ -360 w 1009800"/>
                <a:gd name="textAreaRight" fmla="*/ 1009800 w 1009800"/>
                <a:gd name="textAreaTop" fmla="*/ 0 h 721800"/>
                <a:gd name="textAreaBottom" fmla="*/ 722160 h 721800"/>
                <a:gd name="GluePoint1X" fmla="*/ 0 w 1010290"/>
                <a:gd name="GluePoint1Y" fmla="*/ 0 h 722307"/>
                <a:gd name="GluePoint2X" fmla="*/ 172564 w 1010290"/>
                <a:gd name="GluePoint2Y" fmla="*/ 5748 h 722307"/>
                <a:gd name="GluePoint3X" fmla="*/ 351262 w 1010290"/>
                <a:gd name="GluePoint3Y" fmla="*/ 37350 h 722307"/>
                <a:gd name="GluePoint4X" fmla="*/ 956934 w 1010290"/>
                <a:gd name="GluePoint4Y" fmla="*/ 382935 h 722307"/>
                <a:gd name="GluePoint5X" fmla="*/ 1010290 w 1010290"/>
                <a:gd name="GluePoint5Y" fmla="*/ 445950 h 722307"/>
                <a:gd name="GluePoint6X" fmla="*/ 781682 w 1010290"/>
                <a:gd name="GluePoint6Y" fmla="*/ 722307 h 722307"/>
                <a:gd name="GluePoint7X" fmla="*/ 776753 w 1010290"/>
                <a:gd name="GluePoint7Y" fmla="*/ 714612 h 722307"/>
                <a:gd name="GluePoint8X" fmla="*/ 703848 w 1010290"/>
                <a:gd name="GluePoint8Y" fmla="*/ 628109 h 722307"/>
                <a:gd name="GluePoint9X" fmla="*/ 14430 w 1010290"/>
                <a:gd name="GluePoint9Y" fmla="*/ 352391 h 722307"/>
                <a:gd name="GluePoint10X" fmla="*/ 0 w 1010290"/>
                <a:gd name="GluePoint10Y" fmla="*/ 353923 h 722307"/>
                <a:gd name="GluePoint11X" fmla="*/ 0 w 1010290"/>
                <a:gd name="GluePoint11Y" fmla="*/ 0 h 72230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38" name="Forma libre: Forma 41"/>
            <p:cNvSpPr/>
            <p:nvPr/>
          </p:nvSpPr>
          <p:spPr>
            <a:xfrm flipH="1" rot="18576000">
              <a:off x="10406160" y="4806360"/>
              <a:ext cx="1694880" cy="1849320"/>
            </a:xfrm>
            <a:custGeom>
              <a:avLst/>
              <a:gdLst>
                <a:gd name="textAreaLeft" fmla="*/ 360 w 1694880"/>
                <a:gd name="textAreaRight" fmla="*/ 1695600 w 1694880"/>
                <a:gd name="textAreaTop" fmla="*/ 0 h 1849320"/>
                <a:gd name="textAreaBottom" fmla="*/ 1849680 h 1849320"/>
                <a:gd name="GluePoint1X" fmla="*/ 858868 w 1695390"/>
                <a:gd name="GluePoint1Y" fmla="*/ 403776 h 1849811"/>
                <a:gd name="GluePoint2X" fmla="*/ 1348128 w 1695390"/>
                <a:gd name="GluePoint2Y" fmla="*/ 64969 h 1849811"/>
                <a:gd name="GluePoint3X" fmla="*/ 1690336 w 1695390"/>
                <a:gd name="GluePoint3Y" fmla="*/ 0 h 1849811"/>
                <a:gd name="GluePoint4X" fmla="*/ 1695390 w 1695390"/>
                <a:gd name="GluePoint4Y" fmla="*/ 168 h 1849811"/>
                <a:gd name="GluePoint5X" fmla="*/ 1695390 w 1695390"/>
                <a:gd name="GluePoint5Y" fmla="*/ 354091 h 1849811"/>
                <a:gd name="GluePoint6X" fmla="*/ 1585912 w 1695390"/>
                <a:gd name="GluePoint6Y" fmla="*/ 365713 h 1849811"/>
                <a:gd name="GluePoint7X" fmla="*/ 1466262 w 1695390"/>
                <a:gd name="GluePoint7Y" fmla="*/ 397444 h 1849811"/>
                <a:gd name="GluePoint8X" fmla="*/ 1025802 w 1695390"/>
                <a:gd name="GluePoint8Y" fmla="*/ 773704 h 1849811"/>
                <a:gd name="GluePoint9X" fmla="*/ 1304956 w 1695390"/>
                <a:gd name="GluePoint9Y" fmla="*/ 847462 h 1849811"/>
                <a:gd name="GluePoint10X" fmla="*/ 1547016 w 1695390"/>
                <a:gd name="GluePoint10Y" fmla="*/ 1075704 h 1849811"/>
                <a:gd name="GluePoint11X" fmla="*/ 1624131 w 1695390"/>
                <a:gd name="GluePoint11Y" fmla="*/ 1410358 h 1849811"/>
                <a:gd name="GluePoint12X" fmla="*/ 1456367 w 1695390"/>
                <a:gd name="GluePoint12Y" fmla="*/ 1729278 h 1849811"/>
                <a:gd name="GluePoint13X" fmla="*/ 1376985 w 1695390"/>
                <a:gd name="GluePoint13Y" fmla="*/ 1786588 h 1849811"/>
                <a:gd name="GluePoint14X" fmla="*/ 1106317 w 1695390"/>
                <a:gd name="GluePoint14Y" fmla="*/ 1847588 h 1849811"/>
                <a:gd name="GluePoint15X" fmla="*/ 695065 w 1695390"/>
                <a:gd name="GluePoint15Y" fmla="*/ 1558803 h 1849811"/>
                <a:gd name="GluePoint16X" fmla="*/ 596310 w 1695390"/>
                <a:gd name="GluePoint16Y" fmla="*/ 1300004 h 1849811"/>
                <a:gd name="GluePoint17X" fmla="*/ 333064 w 1695390"/>
                <a:gd name="GluePoint17Y" fmla="*/ 1599654 h 1849811"/>
                <a:gd name="GluePoint18X" fmla="*/ 272454 w 1695390"/>
                <a:gd name="GluePoint18Y" fmla="*/ 1674228 h 1849811"/>
                <a:gd name="GluePoint19X" fmla="*/ 0 w 1695390"/>
                <a:gd name="GluePoint19Y" fmla="*/ 1448849 h 1849811"/>
                <a:gd name="GluePoint20X" fmla="*/ 53863 w 1695390"/>
                <a:gd name="GluePoint20Y" fmla="*/ 1382262 h 1849811"/>
                <a:gd name="GluePoint21X" fmla="*/ 321136 w 1695390"/>
                <a:gd name="GluePoint21Y" fmla="*/ 1073104 h 1849811"/>
                <a:gd name="GluePoint22X" fmla="*/ 607887 w 1695390"/>
                <a:gd name="GluePoint22Y" fmla="*/ 865976 h 1849811"/>
                <a:gd name="GluePoint23X" fmla="*/ 662023 w 1695390"/>
                <a:gd name="GluePoint23Y" fmla="*/ 709724 h 1849811"/>
                <a:gd name="GluePoint24X" fmla="*/ 858868 w 1695390"/>
                <a:gd name="GluePoint24Y" fmla="*/ 403776 h 1849811"/>
                <a:gd name="GluePoint25X" fmla="*/ 929482 w 1695390"/>
                <a:gd name="GluePoint25Y" fmla="*/ 1130087 h 1849811"/>
                <a:gd name="GluePoint26X" fmla="*/ 997909 w 1695390"/>
                <a:gd name="GluePoint26Y" fmla="*/ 1379202 h 1849811"/>
                <a:gd name="GluePoint27X" fmla="*/ 1141244 w 1695390"/>
                <a:gd name="GluePoint27Y" fmla="*/ 1497142 h 1849811"/>
                <a:gd name="GluePoint28X" fmla="*/ 1181070 w 1695390"/>
                <a:gd name="GluePoint28Y" fmla="*/ 1491018 h 1849811"/>
                <a:gd name="GluePoint29X" fmla="*/ 1250199 w 1695390"/>
                <a:gd name="GluePoint29Y" fmla="*/ 1432266 h 1849811"/>
                <a:gd name="GluePoint30X" fmla="*/ 1269219 w 1695390"/>
                <a:gd name="GluePoint30Y" fmla="*/ 1389587 h 1849811"/>
                <a:gd name="GluePoint31X" fmla="*/ 1269167 w 1695390"/>
                <a:gd name="GluePoint31Y" fmla="*/ 1389875 h 1849811"/>
                <a:gd name="GluePoint32X" fmla="*/ 1269261 w 1695390"/>
                <a:gd name="GluePoint32Y" fmla="*/ 1389492 h 1849811"/>
                <a:gd name="GluePoint33X" fmla="*/ 1269219 w 1695390"/>
                <a:gd name="GluePoint33Y" fmla="*/ 1389587 h 1849811"/>
                <a:gd name="GluePoint34X" fmla="*/ 1272070 w 1695390"/>
                <a:gd name="GluePoint34Y" fmla="*/ 1373611 h 1849811"/>
                <a:gd name="GluePoint35X" fmla="*/ 1142061 w 1695390"/>
                <a:gd name="GluePoint35Y" fmla="*/ 1161538 h 1849811"/>
                <a:gd name="GluePoint36X" fmla="*/ 929482 w 1695390"/>
                <a:gd name="GluePoint36Y" fmla="*/ 1130087 h 184981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textAreaLeft" t="textAreaTop" r="textAreaRight" b="textAreaBottom"/>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ción 3">
    <p:bg>
      <p:bgPr>
        <a:solidFill>
          <a:srgbClr val="3d47a1"/>
        </a:solidFill>
      </p:bgPr>
    </p:bg>
    <p:spTree>
      <p:nvGrpSpPr>
        <p:cNvPr id="1" name=""/>
        <p:cNvGrpSpPr/>
        <p:nvPr/>
      </p:nvGrpSpPr>
      <p:grpSpPr>
        <a:xfrm>
          <a:off x="0" y="0"/>
          <a:ext cx="0" cy="0"/>
          <a:chOff x="0" y="0"/>
          <a:chExt cx="0" cy="0"/>
        </a:xfrm>
      </p:grpSpPr>
      <p:sp>
        <p:nvSpPr>
          <p:cNvPr id="339" name="PlaceHolder 1"/>
          <p:cNvSpPr>
            <a:spLocks noGrp="1"/>
          </p:cNvSpPr>
          <p:nvPr>
            <p:ph type="title"/>
          </p:nvPr>
        </p:nvSpPr>
        <p:spPr>
          <a:xfrm>
            <a:off x="612720" y="-1134000"/>
            <a:ext cx="10652400" cy="91404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lt1"/>
                </a:solidFill>
                <a:effectLst/>
                <a:uFillTx/>
                <a:latin typeface="Verdana Pro Black"/>
              </a:rPr>
              <a:t>Haga clic para modificar el estilo de título del patrón</a:t>
            </a:r>
            <a:endParaRPr lang="en-US" sz="2800" b="0" u="none" strike="noStrike">
              <a:solidFill>
                <a:schemeClr val="lt1"/>
              </a:solidFill>
              <a:effectLst/>
              <a:uFillTx/>
              <a:latin typeface="Corbel"/>
            </a:endParaRPr>
          </a:p>
        </p:txBody>
      </p:sp>
      <p:sp>
        <p:nvSpPr>
          <p:cNvPr id="340" name="PlaceHolder 2"/>
          <p:cNvSpPr>
            <a:spLocks noGrp="1"/>
          </p:cNvSpPr>
          <p:nvPr>
            <p:ph type="body"/>
          </p:nvPr>
        </p:nvSpPr>
        <p:spPr>
          <a:xfrm>
            <a:off x="612720" y="548640"/>
            <a:ext cx="10969560" cy="5668920"/>
          </a:xfrm>
          <a:prstGeom prst="rect">
            <a:avLst/>
          </a:prstGeom>
          <a:noFill/>
          <a:ln w="0">
            <a:noFill/>
          </a:ln>
        </p:spPr>
        <p:txBody>
          <a:bodyPr lIns="91440" rIns="91440" tIns="45720" bIns="45720" anchor="t">
            <a:normAutofit fontScale="92500" lnSpcReduction="9999"/>
          </a:bodyPr>
          <a:p>
            <a:pPr indent="0" defTabSz="914400">
              <a:lnSpc>
                <a:spcPct val="90000"/>
              </a:lnSpc>
              <a:spcBef>
                <a:spcPts val="1001"/>
              </a:spcBef>
              <a:spcAft>
                <a:spcPts val="601"/>
              </a:spcAft>
              <a:buNone/>
              <a:tabLst>
                <a:tab algn="l" pos="0"/>
              </a:tabLst>
            </a:pPr>
            <a:r>
              <a:rPr lang="es" sz="8000" b="1" u="none" spc="99" strike="noStrike">
                <a:solidFill>
                  <a:schemeClr val="lt1"/>
                </a:solidFill>
                <a:effectLst/>
                <a:uFillTx/>
                <a:latin typeface="Corbel"/>
              </a:rPr>
              <a:t>Haga clic para agregar una instrucción</a:t>
            </a:r>
            <a:endParaRPr lang="en-US" sz="8000" b="0" u="none" spc="99" strike="noStrike">
              <a:solidFill>
                <a:schemeClr val="lt1"/>
              </a:solidFill>
              <a:effectLst/>
              <a:uFillTx/>
              <a:latin typeface="Corbel"/>
            </a:endParaRPr>
          </a:p>
          <a:p>
            <a:pPr marL="228600" indent="0" defTabSz="914400">
              <a:lnSpc>
                <a:spcPct val="90000"/>
              </a:lnSpc>
              <a:spcBef>
                <a:spcPts val="499"/>
              </a:spcBef>
              <a:spcAft>
                <a:spcPts val="601"/>
              </a:spcAft>
              <a:buNone/>
              <a:tabLst>
                <a:tab algn="l" pos="0"/>
              </a:tabLst>
            </a:pPr>
            <a:r>
              <a:rPr lang="es" sz="7200" b="1" u="none" spc="99" strike="noStrike">
                <a:solidFill>
                  <a:schemeClr val="lt1"/>
                </a:solidFill>
                <a:effectLst/>
                <a:uFillTx/>
                <a:latin typeface="Corbel"/>
              </a:rPr>
              <a:t>Segundo nivel</a:t>
            </a:r>
            <a:endParaRPr lang="en-US" sz="7200" b="0" u="none" spc="99" strike="noStrike">
              <a:solidFill>
                <a:schemeClr val="lt1"/>
              </a:solidFill>
              <a:effectLst/>
              <a:uFillTx/>
              <a:latin typeface="Corbel"/>
            </a:endParaRPr>
          </a:p>
          <a:p>
            <a:pPr marL="457200" indent="0" defTabSz="914400">
              <a:lnSpc>
                <a:spcPct val="90000"/>
              </a:lnSpc>
              <a:spcBef>
                <a:spcPts val="499"/>
              </a:spcBef>
              <a:spcAft>
                <a:spcPts val="601"/>
              </a:spcAft>
              <a:buNone/>
              <a:tabLst>
                <a:tab algn="l" pos="0"/>
              </a:tabLst>
            </a:pPr>
            <a:r>
              <a:rPr lang="es" sz="6600" b="1" u="none" spc="99" strike="noStrike">
                <a:solidFill>
                  <a:schemeClr val="lt1"/>
                </a:solidFill>
                <a:effectLst/>
                <a:uFillTx/>
                <a:latin typeface="Corbel"/>
              </a:rPr>
              <a:t>Tercer nivel</a:t>
            </a:r>
            <a:endParaRPr lang="en-US" sz="6600" b="0" u="none" spc="99" strike="noStrike">
              <a:solidFill>
                <a:schemeClr val="lt1"/>
              </a:solidFill>
              <a:effectLst/>
              <a:uFillTx/>
              <a:latin typeface="Corbel"/>
            </a:endParaRPr>
          </a:p>
          <a:p>
            <a:pPr marL="685800" indent="0" defTabSz="914400">
              <a:lnSpc>
                <a:spcPct val="90000"/>
              </a:lnSpc>
              <a:spcBef>
                <a:spcPts val="499"/>
              </a:spcBef>
              <a:spcAft>
                <a:spcPts val="601"/>
              </a:spcAft>
              <a:buNone/>
              <a:tabLst>
                <a:tab algn="l" pos="0"/>
              </a:tabLst>
            </a:pPr>
            <a:r>
              <a:rPr lang="es" sz="6000" b="1" u="none" spc="99" strike="noStrike">
                <a:solidFill>
                  <a:schemeClr val="lt1"/>
                </a:solidFill>
                <a:effectLst/>
                <a:uFillTx/>
                <a:latin typeface="Corbel"/>
              </a:rPr>
              <a:t>Cuarto nivel</a:t>
            </a:r>
            <a:endParaRPr lang="en-US" sz="6000" b="0" u="none" spc="99" strike="noStrike">
              <a:solidFill>
                <a:schemeClr val="lt1"/>
              </a:solidFill>
              <a:effectLst/>
              <a:uFillTx/>
              <a:latin typeface="Corbel"/>
            </a:endParaRPr>
          </a:p>
          <a:p>
            <a:pPr marL="914400" indent="0" defTabSz="914400">
              <a:lnSpc>
                <a:spcPct val="90000"/>
              </a:lnSpc>
              <a:spcBef>
                <a:spcPts val="499"/>
              </a:spcBef>
              <a:spcAft>
                <a:spcPts val="601"/>
              </a:spcAft>
              <a:buNone/>
              <a:tabLst>
                <a:tab algn="l" pos="0"/>
              </a:tabLst>
            </a:pPr>
            <a:r>
              <a:rPr lang="es" sz="5400" b="1" u="none" spc="99" strike="noStrike">
                <a:solidFill>
                  <a:schemeClr val="lt1"/>
                </a:solidFill>
                <a:effectLst/>
                <a:uFillTx/>
                <a:latin typeface="Corbel"/>
              </a:rPr>
              <a:t>Quinto nivel</a:t>
            </a:r>
            <a:endParaRPr lang="en-US" sz="5400" b="0" u="none" spc="99" strike="noStrike">
              <a:solidFill>
                <a:schemeClr val="lt1"/>
              </a:solidFill>
              <a:effectLst/>
              <a:uFillTx/>
              <a:latin typeface="Corbel"/>
            </a:endParaRPr>
          </a:p>
        </p:txBody>
      </p:sp>
      <p:sp>
        <p:nvSpPr>
          <p:cNvPr id="341" name="PlaceHolder 3"/>
          <p:cNvSpPr>
            <a:spLocks noGrp="1"/>
          </p:cNvSpPr>
          <p:nvPr>
            <p:ph type="dt" idx="100"/>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342" name="PlaceHolder 4"/>
          <p:cNvSpPr>
            <a:spLocks noGrp="1"/>
          </p:cNvSpPr>
          <p:nvPr>
            <p:ph type="ftr" idx="101"/>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43" name="PlaceHolder 5"/>
          <p:cNvSpPr>
            <a:spLocks noGrp="1"/>
          </p:cNvSpPr>
          <p:nvPr>
            <p:ph type="sldNum" idx="102"/>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irmación 4">
    <p:bg>
      <p:bgPr>
        <a:solidFill>
          <a:srgbClr val="f7f7f7"/>
        </a:solidFill>
      </p:bgPr>
    </p:bg>
    <p:spTree>
      <p:nvGrpSpPr>
        <p:cNvPr id="1" name=""/>
        <p:cNvGrpSpPr/>
        <p:nvPr/>
      </p:nvGrpSpPr>
      <p:grpSpPr>
        <a:xfrm>
          <a:off x="0" y="0"/>
          <a:ext cx="0" cy="0"/>
          <a:chOff x="0" y="0"/>
          <a:chExt cx="0" cy="0"/>
        </a:xfrm>
      </p:grpSpPr>
      <p:sp>
        <p:nvSpPr>
          <p:cNvPr id="344" name="PlaceHolder 1"/>
          <p:cNvSpPr>
            <a:spLocks noGrp="1"/>
          </p:cNvSpPr>
          <p:nvPr>
            <p:ph type="title"/>
          </p:nvPr>
        </p:nvSpPr>
        <p:spPr>
          <a:xfrm>
            <a:off x="612720" y="-1134000"/>
            <a:ext cx="10652400" cy="91404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2"/>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345" name="PlaceHolder 2"/>
          <p:cNvSpPr>
            <a:spLocks noGrp="1"/>
          </p:cNvSpPr>
          <p:nvPr>
            <p:ph type="body"/>
          </p:nvPr>
        </p:nvSpPr>
        <p:spPr>
          <a:xfrm>
            <a:off x="3581280" y="928080"/>
            <a:ext cx="7772040" cy="4812840"/>
          </a:xfrm>
          <a:prstGeom prst="rect">
            <a:avLst/>
          </a:prstGeom>
          <a:noFill/>
          <a:ln w="0">
            <a:noFill/>
          </a:ln>
        </p:spPr>
        <p:txBody>
          <a:bodyPr lIns="91440" rIns="91440" tIns="45720" bIns="45720" anchor="ctr">
            <a:noAutofit/>
          </a:bodyPr>
          <a:p>
            <a:pPr indent="0" defTabSz="914400">
              <a:lnSpc>
                <a:spcPct val="90000"/>
              </a:lnSpc>
              <a:spcBef>
                <a:spcPts val="1001"/>
              </a:spcBef>
              <a:spcAft>
                <a:spcPts val="601"/>
              </a:spcAft>
              <a:buNone/>
              <a:tabLst>
                <a:tab algn="l" pos="0"/>
              </a:tabLst>
            </a:pPr>
            <a:r>
              <a:rPr lang="es" sz="6000" b="1" u="none" spc="99" strike="noStrike">
                <a:solidFill>
                  <a:schemeClr val="dk2"/>
                </a:solidFill>
                <a:effectLst/>
                <a:uFillTx/>
                <a:latin typeface="Corbel"/>
              </a:rPr>
              <a:t>Haga clic para agregar una instrucción</a:t>
            </a:r>
            <a:endParaRPr lang="en-US" sz="6000" b="0" u="none" spc="99" strike="noStrike">
              <a:solidFill>
                <a:schemeClr val="dk1"/>
              </a:solidFill>
              <a:effectLst/>
              <a:uFillTx/>
              <a:latin typeface="Corbel"/>
            </a:endParaRPr>
          </a:p>
          <a:p>
            <a:pPr marL="228600" indent="0" defTabSz="914400">
              <a:lnSpc>
                <a:spcPct val="90000"/>
              </a:lnSpc>
              <a:spcBef>
                <a:spcPts val="499"/>
              </a:spcBef>
              <a:spcAft>
                <a:spcPts val="601"/>
              </a:spcAft>
              <a:buNone/>
              <a:tabLst>
                <a:tab algn="l" pos="0"/>
              </a:tabLst>
            </a:pPr>
            <a:r>
              <a:rPr lang="es" sz="6000" b="1" u="none" spc="99" strike="noStrike">
                <a:solidFill>
                  <a:schemeClr val="dk2"/>
                </a:solidFill>
                <a:effectLst/>
                <a:uFillTx/>
                <a:latin typeface="Corbel"/>
              </a:rPr>
              <a:t>Segundo nivel</a:t>
            </a:r>
            <a:endParaRPr lang="en-US" sz="6000" b="0" u="none" spc="99" strike="noStrike">
              <a:solidFill>
                <a:schemeClr val="dk1"/>
              </a:solidFill>
              <a:effectLst/>
              <a:uFillTx/>
              <a:latin typeface="Corbel"/>
            </a:endParaRPr>
          </a:p>
          <a:p>
            <a:pPr marL="457200" indent="0" defTabSz="914400">
              <a:lnSpc>
                <a:spcPct val="90000"/>
              </a:lnSpc>
              <a:spcBef>
                <a:spcPts val="499"/>
              </a:spcBef>
              <a:spcAft>
                <a:spcPts val="601"/>
              </a:spcAft>
              <a:buNone/>
              <a:tabLst>
                <a:tab algn="l" pos="0"/>
              </a:tabLst>
            </a:pPr>
            <a:r>
              <a:rPr lang="es" sz="6000" b="1" u="none" spc="99" strike="noStrike">
                <a:solidFill>
                  <a:schemeClr val="dk2"/>
                </a:solidFill>
                <a:effectLst/>
                <a:uFillTx/>
                <a:latin typeface="Corbel"/>
              </a:rPr>
              <a:t>Tercer nivel</a:t>
            </a:r>
            <a:endParaRPr lang="en-US" sz="6000" b="0" u="none" spc="99" strike="noStrike">
              <a:solidFill>
                <a:schemeClr val="dk1"/>
              </a:solidFill>
              <a:effectLst/>
              <a:uFillTx/>
              <a:latin typeface="Corbel"/>
            </a:endParaRPr>
          </a:p>
          <a:p>
            <a:pPr marL="685800" indent="0" defTabSz="914400">
              <a:lnSpc>
                <a:spcPct val="90000"/>
              </a:lnSpc>
              <a:spcBef>
                <a:spcPts val="499"/>
              </a:spcBef>
              <a:spcAft>
                <a:spcPts val="601"/>
              </a:spcAft>
              <a:buNone/>
              <a:tabLst>
                <a:tab algn="l" pos="0"/>
              </a:tabLst>
            </a:pPr>
            <a:r>
              <a:rPr lang="es" sz="6000" b="1" u="none" spc="99" strike="noStrike">
                <a:solidFill>
                  <a:schemeClr val="dk2"/>
                </a:solidFill>
                <a:effectLst/>
                <a:uFillTx/>
                <a:latin typeface="Corbel"/>
              </a:rPr>
              <a:t>Cuarto nivel</a:t>
            </a:r>
            <a:endParaRPr lang="en-US" sz="6000" b="0" u="none" spc="99" strike="noStrike">
              <a:solidFill>
                <a:schemeClr val="dk1"/>
              </a:solidFill>
              <a:effectLst/>
              <a:uFillTx/>
              <a:latin typeface="Corbel"/>
            </a:endParaRPr>
          </a:p>
          <a:p>
            <a:pPr marL="914400" indent="0" defTabSz="914400">
              <a:lnSpc>
                <a:spcPct val="90000"/>
              </a:lnSpc>
              <a:spcBef>
                <a:spcPts val="499"/>
              </a:spcBef>
              <a:spcAft>
                <a:spcPts val="601"/>
              </a:spcAft>
              <a:buNone/>
              <a:tabLst>
                <a:tab algn="l" pos="0"/>
              </a:tabLst>
            </a:pPr>
            <a:r>
              <a:rPr lang="es" sz="6000" b="1" u="none" spc="99" strike="noStrike">
                <a:solidFill>
                  <a:schemeClr val="dk2"/>
                </a:solidFill>
                <a:effectLst/>
                <a:uFillTx/>
                <a:latin typeface="Corbel"/>
              </a:rPr>
              <a:t>Quinto nivel</a:t>
            </a:r>
            <a:endParaRPr lang="en-US" sz="6000" b="0" u="none" spc="99" strike="noStrike">
              <a:solidFill>
                <a:schemeClr val="dk1"/>
              </a:solidFill>
              <a:effectLst/>
              <a:uFillTx/>
              <a:latin typeface="Corbel"/>
            </a:endParaRPr>
          </a:p>
        </p:txBody>
      </p:sp>
      <p:sp>
        <p:nvSpPr>
          <p:cNvPr id="346" name="PlaceHolder 3"/>
          <p:cNvSpPr>
            <a:spLocks noGrp="1"/>
          </p:cNvSpPr>
          <p:nvPr>
            <p:ph type="dt" idx="103"/>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47" name="PlaceHolder 4"/>
          <p:cNvSpPr>
            <a:spLocks noGrp="1"/>
          </p:cNvSpPr>
          <p:nvPr>
            <p:ph type="ftr" idx="104"/>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48" name="PlaceHolder 5"/>
          <p:cNvSpPr>
            <a:spLocks noGrp="1"/>
          </p:cNvSpPr>
          <p:nvPr>
            <p:ph type="sldNum" idx="105"/>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grpSp>
        <p:nvGrpSpPr>
          <p:cNvPr id="349" name="Grupo 5"/>
          <p:cNvGrpSpPr/>
          <p:nvPr/>
        </p:nvGrpSpPr>
        <p:grpSpPr>
          <a:xfrm>
            <a:off x="233280" y="0"/>
            <a:ext cx="3252600" cy="7133040"/>
            <a:chOff x="233280" y="0"/>
            <a:chExt cx="3252600" cy="7133040"/>
          </a:xfrm>
        </p:grpSpPr>
        <p:sp>
          <p:nvSpPr>
            <p:cNvPr id="350" name="Forma libre: Forma 6"/>
            <p:cNvSpPr/>
            <p:nvPr/>
          </p:nvSpPr>
          <p:spPr>
            <a:xfrm flipH="1">
              <a:off x="402480" y="0"/>
              <a:ext cx="2369880" cy="2359080"/>
            </a:xfrm>
            <a:custGeom>
              <a:avLst/>
              <a:gdLst>
                <a:gd name="textAreaLeft" fmla="*/ -360 w 2369880"/>
                <a:gd name="textAreaRight" fmla="*/ 2369880 w 2369880"/>
                <a:gd name="textAreaTop" fmla="*/ 0 h 2359080"/>
                <a:gd name="textAreaBottom" fmla="*/ 2359440 h 2359080"/>
                <a:gd name="GluePoint1X" fmla="*/ 1408819 w 2370196"/>
                <a:gd name="GluePoint1Y" fmla="*/ 0 h 2359377"/>
                <a:gd name="GluePoint2X" fmla="*/ 1911127 w 2370196"/>
                <a:gd name="GluePoint2Y" fmla="*/ 0 h 2359377"/>
                <a:gd name="GluePoint3X" fmla="*/ 1920629 w 2370196"/>
                <a:gd name="GluePoint3Y" fmla="*/ 30666 h 2359377"/>
                <a:gd name="GluePoint4X" fmla="*/ 1987359 w 2370196"/>
                <a:gd name="GluePoint4Y" fmla="*/ 382876 h 2359377"/>
                <a:gd name="GluePoint5X" fmla="*/ 1969548 w 2370196"/>
                <a:gd name="GluePoint5Y" fmla="*/ 1036528 h 2359377"/>
                <a:gd name="GluePoint6X" fmla="*/ 2215482 w 2370196"/>
                <a:gd name="GluePoint6Y" fmla="*/ 1348470 h 2359377"/>
                <a:gd name="GluePoint7X" fmla="*/ 2361895 w 2370196"/>
                <a:gd name="GluePoint7Y" fmla="*/ 1720675 h 2359377"/>
                <a:gd name="GluePoint8X" fmla="*/ 2370196 w 2370196"/>
                <a:gd name="GluePoint8Y" fmla="*/ 1764346 h 2359377"/>
                <a:gd name="GluePoint9X" fmla="*/ 1902557 w 2370196"/>
                <a:gd name="GluePoint9Y" fmla="*/ 1919986 h 2359377"/>
                <a:gd name="GluePoint10X" fmla="*/ 1884230 w 2370196"/>
                <a:gd name="GluePoint10Y" fmla="*/ 1814982 h 2359377"/>
                <a:gd name="GluePoint11X" fmla="*/ 1796392 w 2370196"/>
                <a:gd name="GluePoint11Y" fmla="*/ 1597339 h 2359377"/>
                <a:gd name="GluePoint12X" fmla="*/ 1718375 w 2370196"/>
                <a:gd name="GluePoint12Y" fmla="*/ 1748540 h 2359377"/>
                <a:gd name="GluePoint13X" fmla="*/ 1349363 w 2370196"/>
                <a:gd name="GluePoint13Y" fmla="*/ 2172190 h 2359377"/>
                <a:gd name="GluePoint14X" fmla="*/ 762370 w 2370196"/>
                <a:gd name="GluePoint14Y" fmla="*/ 2358112 h 2359377"/>
                <a:gd name="GluePoint15X" fmla="*/ 77525 w 2370196"/>
                <a:gd name="GluePoint15Y" fmla="*/ 1916946 h 2359377"/>
                <a:gd name="GluePoint16X" fmla="*/ 152745 w 2370196"/>
                <a:gd name="GluePoint16Y" fmla="*/ 1111214 h 2359377"/>
                <a:gd name="GluePoint17X" fmla="*/ 912730 w 2370196"/>
                <a:gd name="GluePoint17Y" fmla="*/ 683093 h 2359377"/>
                <a:gd name="GluePoint18X" fmla="*/ 1511901 w 2370196"/>
                <a:gd name="GluePoint18Y" fmla="*/ 756928 h 2359377"/>
                <a:gd name="GluePoint19X" fmla="*/ 1419225 w 2370196"/>
                <a:gd name="GluePoint19Y" fmla="*/ 51957 h 2359377"/>
                <a:gd name="GluePoint20X" fmla="*/ 1400227 w 2370196"/>
                <a:gd name="GluePoint20Y" fmla="*/ 2860 h 2359377"/>
                <a:gd name="GluePoint21X" fmla="*/ 1408819 w 2370196"/>
                <a:gd name="GluePoint21Y" fmla="*/ 0 h 2359377"/>
                <a:gd name="GluePoint22X" fmla="*/ 1081038 w 2370196"/>
                <a:gd name="GluePoint22Y" fmla="*/ 1163053 h 2359377"/>
                <a:gd name="GluePoint23X" fmla="*/ 970124 w 2370196"/>
                <a:gd name="GluePoint23Y" fmla="*/ 1167739 h 2359377"/>
                <a:gd name="GluePoint24X" fmla="*/ 553156 w 2370196"/>
                <a:gd name="GluePoint24Y" fmla="*/ 1391024 h 2359377"/>
                <a:gd name="GluePoint25X" fmla="*/ 543283 w 2370196"/>
                <a:gd name="GluePoint25Y" fmla="*/ 1406578 h 2359377"/>
                <a:gd name="GluePoint26X" fmla="*/ 542371 w 2370196"/>
                <a:gd name="GluePoint26Y" fmla="*/ 1405998 h 2359377"/>
                <a:gd name="GluePoint27X" fmla="*/ 515766 w 2370196"/>
                <a:gd name="GluePoint27Y" fmla="*/ 1704610 h 2359377"/>
                <a:gd name="GluePoint28X" fmla="*/ 789091 w 2370196"/>
                <a:gd name="GluePoint28Y" fmla="*/ 1872344 h 2359377"/>
                <a:gd name="GluePoint29X" fmla="*/ 1060749 w 2370196"/>
                <a:gd name="GluePoint29Y" fmla="*/ 1779929 h 2359377"/>
                <a:gd name="GluePoint30X" fmla="*/ 1294394 w 2370196"/>
                <a:gd name="GluePoint30Y" fmla="*/ 1508882 h 2359377"/>
                <a:gd name="GluePoint31X" fmla="*/ 1414907 w 2370196"/>
                <a:gd name="GluePoint31Y" fmla="*/ 1244249 h 2359377"/>
                <a:gd name="GluePoint32X" fmla="*/ 1081038 w 2370196"/>
                <a:gd name="GluePoint32Y" fmla="*/ 1163053 h 23593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Lst>
              <a:rect l="textAreaLeft" t="textAreaTop" r="textAreaRight" b="textAreaBottom"/>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51" name="Forma libre: Forma 8"/>
            <p:cNvSpPr/>
            <p:nvPr/>
          </p:nvSpPr>
          <p:spPr>
            <a:xfrm flipH="1">
              <a:off x="896760" y="2629080"/>
              <a:ext cx="1685520" cy="1437840"/>
            </a:xfrm>
            <a:custGeom>
              <a:avLst/>
              <a:gdLst>
                <a:gd name="textAreaLeft" fmla="*/ 360 w 1685520"/>
                <a:gd name="textAreaRight" fmla="*/ 1686240 w 1685520"/>
                <a:gd name="textAreaTop" fmla="*/ 0 h 1437840"/>
                <a:gd name="textAreaBottom" fmla="*/ 1438200 h 1437840"/>
                <a:gd name="GluePoint1X" fmla="*/ 1405032 w 1686045"/>
                <a:gd name="GluePoint1Y" fmla="*/ 0 h 1438108"/>
                <a:gd name="GluePoint2X" fmla="*/ 1686045 w 1686045"/>
                <a:gd name="GluePoint2Y" fmla="*/ 412000 h 1438108"/>
                <a:gd name="GluePoint3X" fmla="*/ 1630174 w 1686045"/>
                <a:gd name="GluePoint3Y" fmla="*/ 468949 h 1438108"/>
                <a:gd name="GluePoint4X" fmla="*/ 1001136 w 1686045"/>
                <a:gd name="GluePoint4Y" fmla="*/ 987794 h 1438108"/>
                <a:gd name="GluePoint5X" fmla="*/ 787624 w 1686045"/>
                <a:gd name="GluePoint5Y" fmla="*/ 1152338 h 1438108"/>
                <a:gd name="GluePoint6X" fmla="*/ 494369 w 1686045"/>
                <a:gd name="GluePoint6Y" fmla="*/ 1421377 h 1438108"/>
                <a:gd name="GluePoint7X" fmla="*/ 480007 w 1686045"/>
                <a:gd name="GluePoint7Y" fmla="*/ 1438108 h 1438108"/>
                <a:gd name="GluePoint8X" fmla="*/ 0 w 1686045"/>
                <a:gd name="GluePoint8Y" fmla="*/ 1253050 h 1438108"/>
                <a:gd name="GluePoint9X" fmla="*/ 130426 w 1686045"/>
                <a:gd name="GluePoint9Y" fmla="*/ 1097146 h 1438108"/>
                <a:gd name="GluePoint10X" fmla="*/ 485260 w 1686045"/>
                <a:gd name="GluePoint10Y" fmla="*/ 770615 h 1438108"/>
                <a:gd name="GluePoint11X" fmla="*/ 706470 w 1686045"/>
                <a:gd name="GluePoint11Y" fmla="*/ 600015 h 1438108"/>
                <a:gd name="GluePoint12X" fmla="*/ 1375533 w 1686045"/>
                <a:gd name="GluePoint12Y" fmla="*/ 33361 h 1438108"/>
                <a:gd name="GluePoint13X" fmla="*/ 1405032 w 1686045"/>
                <a:gd name="GluePoint13Y" fmla="*/ 0 h 14381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52" name="Forma libre: Forma 9"/>
            <p:cNvSpPr/>
            <p:nvPr/>
          </p:nvSpPr>
          <p:spPr>
            <a:xfrm flipH="1">
              <a:off x="380880" y="1764360"/>
              <a:ext cx="796320" cy="1276560"/>
            </a:xfrm>
            <a:custGeom>
              <a:avLst/>
              <a:gdLst>
                <a:gd name="textAreaLeft" fmla="*/ 360 w 796320"/>
                <a:gd name="textAreaRight" fmla="*/ 797040 w 796320"/>
                <a:gd name="textAreaTop" fmla="*/ 0 h 1276560"/>
                <a:gd name="textAreaBottom" fmla="*/ 1276920 h 1276560"/>
                <a:gd name="GluePoint1X" fmla="*/ 774469 w 796618"/>
                <a:gd name="GluePoint1Y" fmla="*/ 0 h 1276819"/>
                <a:gd name="GluePoint2X" fmla="*/ 783892 w 796618"/>
                <a:gd name="GluePoint2Y" fmla="*/ 49569 h 1276819"/>
                <a:gd name="GluePoint3X" fmla="*/ 791334 w 796618"/>
                <a:gd name="GluePoint3Y" fmla="*/ 328518 h 1276819"/>
                <a:gd name="GluePoint4X" fmla="*/ 545169 w 796618"/>
                <a:gd name="GluePoint4Y" fmla="*/ 962895 h 1276819"/>
                <a:gd name="GluePoint5X" fmla="*/ 340725 w 796618"/>
                <a:gd name="GluePoint5Y" fmla="*/ 1215953 h 1276819"/>
                <a:gd name="GluePoint6X" fmla="*/ 281013 w 796618"/>
                <a:gd name="GluePoint6Y" fmla="*/ 1276819 h 1276819"/>
                <a:gd name="GluePoint7X" fmla="*/ 0 w 796618"/>
                <a:gd name="GluePoint7Y" fmla="*/ 864819 h 1276819"/>
                <a:gd name="GluePoint8X" fmla="*/ 62697 w 796618"/>
                <a:gd name="GluePoint8Y" fmla="*/ 793915 h 1276819"/>
                <a:gd name="GluePoint9X" fmla="*/ 143651 w 796618"/>
                <a:gd name="GluePoint9Y" fmla="*/ 686858 h 1276819"/>
                <a:gd name="GluePoint10X" fmla="*/ 306994 w 796618"/>
                <a:gd name="GluePoint10Y" fmla="*/ 156577 h 1276819"/>
                <a:gd name="GluePoint11X" fmla="*/ 306830 w 796618"/>
                <a:gd name="GluePoint11Y" fmla="*/ 155640 h 1276819"/>
                <a:gd name="GluePoint12X" fmla="*/ 774469 w 796618"/>
                <a:gd name="GluePoint12Y" fmla="*/ 0 h 127681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53" name="Forma libre: Forma 10"/>
            <p:cNvSpPr/>
            <p:nvPr/>
          </p:nvSpPr>
          <p:spPr>
            <a:xfrm flipH="1" rot="1167600">
              <a:off x="1754640" y="6305040"/>
              <a:ext cx="826920" cy="710640"/>
            </a:xfrm>
            <a:custGeom>
              <a:avLst/>
              <a:gdLst>
                <a:gd name="textAreaLeft" fmla="*/ -360 w 826920"/>
                <a:gd name="textAreaRight" fmla="*/ 826920 w 826920"/>
                <a:gd name="textAreaTop" fmla="*/ 0 h 710640"/>
                <a:gd name="textAreaBottom" fmla="*/ 711000 h 710640"/>
                <a:gd name="GluePoint1X" fmla="*/ 492750 w 827275"/>
                <a:gd name="GluePoint1Y" fmla="*/ 0 h 711161"/>
                <a:gd name="GluePoint2X" fmla="*/ 500751 w 827275"/>
                <a:gd name="GluePoint2Y" fmla="*/ 66570 h 711161"/>
                <a:gd name="GluePoint3X" fmla="*/ 810310 w 827275"/>
                <a:gd name="GluePoint3Y" fmla="*/ 694586 h 711161"/>
                <a:gd name="GluePoint4X" fmla="*/ 827275 w 827275"/>
                <a:gd name="GluePoint4Y" fmla="*/ 711161 h 711161"/>
                <a:gd name="GluePoint5X" fmla="*/ 105615 w 827275"/>
                <a:gd name="GluePoint5Y" fmla="*/ 456184 h 711161"/>
                <a:gd name="GluePoint6X" fmla="*/ 96644 w 827275"/>
                <a:gd name="GluePoint6Y" fmla="*/ 433871 h 711161"/>
                <a:gd name="GluePoint7X" fmla="*/ 21559 w 827275"/>
                <a:gd name="GluePoint7Y" fmla="*/ 154922 h 711161"/>
                <a:gd name="GluePoint8X" fmla="*/ 753 w 827275"/>
                <a:gd name="GluePoint8Y" fmla="*/ 11664 h 711161"/>
                <a:gd name="GluePoint9X" fmla="*/ 0 w 827275"/>
                <a:gd name="GluePoint9Y" fmla="*/ 0 h 711161"/>
                <a:gd name="GluePoint10X" fmla="*/ 492750 w 827275"/>
                <a:gd name="GluePoint10Y" fmla="*/ 0 h 7111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54" name="Forma libre: Forma 11"/>
            <p:cNvSpPr/>
            <p:nvPr/>
          </p:nvSpPr>
          <p:spPr>
            <a:xfrm flipH="1" rot="1167600">
              <a:off x="558360" y="3699360"/>
              <a:ext cx="2601360" cy="2401560"/>
            </a:xfrm>
            <a:custGeom>
              <a:avLst/>
              <a:gdLst>
                <a:gd name="textAreaLeft" fmla="*/ 360 w 2601360"/>
                <a:gd name="textAreaRight" fmla="*/ 2602080 w 2601360"/>
                <a:gd name="textAreaTop" fmla="*/ 0 h 2401560"/>
                <a:gd name="textAreaBottom" fmla="*/ 2401920 h 2401560"/>
                <a:gd name="GluePoint1X" fmla="*/ 958430 w 2601854"/>
                <a:gd name="GluePoint1Y" fmla="*/ 0 h 2401753"/>
                <a:gd name="GluePoint2X" fmla="*/ 1349368 w 2601854"/>
                <a:gd name="GluePoint2Y" fmla="*/ 334396 h 2401753"/>
                <a:gd name="GluePoint3X" fmla="*/ 1240317 w 2601854"/>
                <a:gd name="GluePoint3Y" fmla="*/ 397097 h 2401753"/>
                <a:gd name="GluePoint4X" fmla="*/ 839188 w 2601854"/>
                <a:gd name="GluePoint4Y" fmla="*/ 811851 h 2401753"/>
                <a:gd name="GluePoint5X" fmla="*/ 1111305 w 2601854"/>
                <a:gd name="GluePoint5Y" fmla="*/ 700825 h 2401753"/>
                <a:gd name="GluePoint6X" fmla="*/ 1913445 w 2601854"/>
                <a:gd name="GluePoint6Y" fmla="*/ 710836 h 2401753"/>
                <a:gd name="GluePoint7X" fmla="*/ 2548325 w 2601854"/>
                <a:gd name="GluePoint7Y" fmla="*/ 1281105 h 2401753"/>
                <a:gd name="GluePoint8X" fmla="*/ 2585020 w 2601854"/>
                <a:gd name="GluePoint8Y" fmla="*/ 1736403 h 2401753"/>
                <a:gd name="GluePoint9X" fmla="*/ 2381652 w 2601854"/>
                <a:gd name="GluePoint9Y" fmla="*/ 2093680 h 2401753"/>
                <a:gd name="GluePoint10X" fmla="*/ 1809311 w 2601854"/>
                <a:gd name="GluePoint10Y" fmla="*/ 2347438 h 2401753"/>
                <a:gd name="GluePoint11X" fmla="*/ 1192017 w 2601854"/>
                <a:gd name="GluePoint11Y" fmla="*/ 2275656 h 2401753"/>
                <a:gd name="GluePoint12X" fmla="*/ 561203 w 2601854"/>
                <a:gd name="GluePoint12Y" fmla="*/ 1806151 h 2401753"/>
                <a:gd name="GluePoint13X" fmla="*/ 489162 w 2601854"/>
                <a:gd name="GluePoint13Y" fmla="*/ 2296806 h 2401753"/>
                <a:gd name="GluePoint14X" fmla="*/ 501773 w 2601854"/>
                <a:gd name="GluePoint14Y" fmla="*/ 2401753 h 2401753"/>
                <a:gd name="GluePoint15X" fmla="*/ 9023 w 2601854"/>
                <a:gd name="GluePoint15Y" fmla="*/ 2401753 h 2401753"/>
                <a:gd name="GluePoint16X" fmla="*/ 535 w 2601854"/>
                <a:gd name="GluePoint16Y" fmla="*/ 2270344 h 2401753"/>
                <a:gd name="GluePoint17X" fmla="*/ 181347 w 2601854"/>
                <a:gd name="GluePoint17Y" fmla="*/ 1462565 h 2401753"/>
                <a:gd name="GluePoint18X" fmla="*/ 308413 w 2601854"/>
                <a:gd name="GluePoint18Y" fmla="*/ 1258831 h 2401753"/>
                <a:gd name="GluePoint19X" fmla="*/ 295417 w 2601854"/>
                <a:gd name="GluePoint19Y" fmla="*/ 991529 h 2401753"/>
                <a:gd name="GluePoint20X" fmla="*/ 454255 w 2601854"/>
                <a:gd name="GluePoint20Y" fmla="*/ 497742 h 2401753"/>
                <a:gd name="GluePoint21X" fmla="*/ 775837 w 2601854"/>
                <a:gd name="GluePoint21Y" fmla="*/ 132352 h 2401753"/>
                <a:gd name="GluePoint22X" fmla="*/ 943509 w 2601854"/>
                <a:gd name="GluePoint22Y" fmla="*/ 8833 h 2401753"/>
                <a:gd name="GluePoint23X" fmla="*/ 958430 w 2601854"/>
                <a:gd name="GluePoint23Y" fmla="*/ 0 h 2401753"/>
                <a:gd name="GluePoint24X" fmla="*/ 1736263 w 2601854"/>
                <a:gd name="GluePoint24Y" fmla="*/ 1166155 h 2401753"/>
                <a:gd name="GluePoint25X" fmla="*/ 1257930 w 2601854"/>
                <a:gd name="GluePoint25Y" fmla="*/ 1165519 h 2401753"/>
                <a:gd name="GluePoint26X" fmla="*/ 861266 w 2601854"/>
                <a:gd name="GluePoint26Y" fmla="*/ 1379157 h 2401753"/>
                <a:gd name="GluePoint27X" fmla="*/ 932828 w 2601854"/>
                <a:gd name="GluePoint27Y" fmla="*/ 1489603 h 2401753"/>
                <a:gd name="GluePoint28X" fmla="*/ 1373661 w 2601854"/>
                <a:gd name="GluePoint28Y" fmla="*/ 1823190 h 2401753"/>
                <a:gd name="GluePoint29X" fmla="*/ 2045352 w 2601854"/>
                <a:gd name="GluePoint29Y" fmla="*/ 1740700 h 2401753"/>
                <a:gd name="GluePoint30X" fmla="*/ 2087954 w 2601854"/>
                <a:gd name="GluePoint30Y" fmla="*/ 1440770 h 2401753"/>
                <a:gd name="GluePoint31X" fmla="*/ 1736263 w 2601854"/>
                <a:gd name="GluePoint31Y" fmla="*/ 1166155 h 24017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textAreaLeft" t="textAreaTop" r="textAreaRight" b="textAreaBottom"/>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
    <p:bg>
      <p:bgPr>
        <a:solidFill>
          <a:srgbClr val="f7f7f7"/>
        </a:solidFill>
      </p:bgPr>
    </p:bg>
    <p:spTree>
      <p:nvGrpSpPr>
        <p:cNvPr id="1" name=""/>
        <p:cNvGrpSpPr/>
        <p:nvPr/>
      </p:nvGrpSpPr>
      <p:grpSpPr>
        <a:xfrm>
          <a:off x="0" y="0"/>
          <a:ext cx="0" cy="0"/>
          <a:chOff x="0" y="0"/>
          <a:chExt cx="0" cy="0"/>
        </a:xfrm>
      </p:grpSpPr>
      <p:sp>
        <p:nvSpPr>
          <p:cNvPr id="355" name="PlaceHolder 1"/>
          <p:cNvSpPr>
            <a:spLocks noGrp="1"/>
          </p:cNvSpPr>
          <p:nvPr>
            <p:ph type="title"/>
          </p:nvPr>
        </p:nvSpPr>
        <p:spPr>
          <a:xfrm>
            <a:off x="633960" y="4374360"/>
            <a:ext cx="6208560" cy="1100520"/>
          </a:xfrm>
          <a:prstGeom prst="rect">
            <a:avLst/>
          </a:prstGeom>
          <a:noFill/>
          <a:ln w="0">
            <a:noFill/>
          </a:ln>
        </p:spPr>
        <p:txBody>
          <a:bodyPr lIns="91440" rIns="91440" tIns="45720" bIns="45720" anchor="ctr">
            <a:normAutofit/>
          </a:bodyPr>
          <a:p>
            <a:pPr indent="0" defTabSz="914400">
              <a:lnSpc>
                <a:spcPct val="120000"/>
              </a:lnSpc>
              <a:buNone/>
            </a:pPr>
            <a:r>
              <a:rPr lang="es" sz="2000" b="0" u="none" strike="noStrike">
                <a:solidFill>
                  <a:schemeClr val="dk2"/>
                </a:solidFill>
                <a:effectLst/>
                <a:uFillTx/>
                <a:latin typeface="Corbel"/>
              </a:rPr>
              <a:t>Autor de la cita</a:t>
            </a:r>
            <a:endParaRPr lang="en-US" sz="2000" b="0" u="none" strike="noStrike">
              <a:solidFill>
                <a:schemeClr val="dk1"/>
              </a:solidFill>
              <a:effectLst/>
              <a:uFillTx/>
              <a:latin typeface="Corbel"/>
            </a:endParaRPr>
          </a:p>
        </p:txBody>
      </p:sp>
      <p:sp>
        <p:nvSpPr>
          <p:cNvPr id="356" name="PlaceHolder 2"/>
          <p:cNvSpPr>
            <a:spLocks noGrp="1"/>
          </p:cNvSpPr>
          <p:nvPr>
            <p:ph type="body"/>
          </p:nvPr>
        </p:nvSpPr>
        <p:spPr>
          <a:xfrm>
            <a:off x="633960" y="635040"/>
            <a:ext cx="9037800" cy="3358080"/>
          </a:xfrm>
          <a:prstGeom prst="rect">
            <a:avLst/>
          </a:prstGeom>
          <a:noFill/>
          <a:ln w="0">
            <a:noFill/>
          </a:ln>
        </p:spPr>
        <p:txBody>
          <a:bodyPr lIns="91440" rIns="91440" tIns="45720" bIns="45720" anchor="b">
            <a:normAutofit/>
          </a:bodyPr>
          <a:p>
            <a:pPr indent="0" defTabSz="914400">
              <a:lnSpc>
                <a:spcPct val="100000"/>
              </a:lnSpc>
              <a:spcAft>
                <a:spcPts val="601"/>
              </a:spcAft>
              <a:buNone/>
              <a:tabLst>
                <a:tab algn="l" pos="0"/>
              </a:tabLst>
            </a:pPr>
            <a:r>
              <a:rPr lang="es" sz="5400" b="0" u="none" spc="99" strike="noStrike" cap="all">
                <a:solidFill>
                  <a:schemeClr val="dk2"/>
                </a:solidFill>
                <a:effectLst/>
                <a:uFillTx/>
                <a:latin typeface="Verdana Pro Black"/>
              </a:rPr>
              <a:t>Haga clic para agregar una cita</a:t>
            </a:r>
            <a:endParaRPr lang="en-US" sz="5400" b="0" u="none" spc="99" strike="noStrike">
              <a:solidFill>
                <a:schemeClr val="dk1"/>
              </a:solidFill>
              <a:effectLst/>
              <a:uFillTx/>
              <a:latin typeface="Corbel"/>
            </a:endParaRPr>
          </a:p>
        </p:txBody>
      </p:sp>
      <p:sp>
        <p:nvSpPr>
          <p:cNvPr id="357" name="PlaceHolder 3"/>
          <p:cNvSpPr>
            <a:spLocks noGrp="1"/>
          </p:cNvSpPr>
          <p:nvPr>
            <p:ph type="dt" idx="106"/>
          </p:nvPr>
        </p:nvSpPr>
        <p:spPr>
          <a:xfrm>
            <a:off x="633960" y="6426720"/>
            <a:ext cx="168624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58" name="PlaceHolder 4"/>
          <p:cNvSpPr>
            <a:spLocks noGrp="1"/>
          </p:cNvSpPr>
          <p:nvPr>
            <p:ph type="ftr" idx="107"/>
          </p:nvPr>
        </p:nvSpPr>
        <p:spPr>
          <a:xfrm>
            <a:off x="2648160" y="6426720"/>
            <a:ext cx="419436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59" name="PlaceHolder 5"/>
          <p:cNvSpPr>
            <a:spLocks noGrp="1"/>
          </p:cNvSpPr>
          <p:nvPr>
            <p:ph type="sldNum" idx="108"/>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
        <p:nvSpPr>
          <p:cNvPr id="360" name="Forma libre: Forma 51"/>
          <p:cNvSpPr/>
          <p:nvPr/>
        </p:nvSpPr>
        <p:spPr>
          <a:xfrm rot="19792200">
            <a:off x="11271600" y="2395440"/>
            <a:ext cx="999720" cy="1435320"/>
          </a:xfrm>
          <a:custGeom>
            <a:avLst/>
            <a:gdLst>
              <a:gd name="textAreaLeft" fmla="*/ 0 w 999720"/>
              <a:gd name="textAreaRight" fmla="*/ 1000080 w 999720"/>
              <a:gd name="textAreaTop" fmla="*/ 0 h 1435320"/>
              <a:gd name="textAreaBottom" fmla="*/ 1435680 h 1435320"/>
              <a:gd name="GluePoint1X" fmla="*/ 500126 w 999976"/>
              <a:gd name="GluePoint1Y" fmla="*/ 98968 h 1435777"/>
              <a:gd name="GluePoint2X" fmla="*/ 963896 w 999976"/>
              <a:gd name="GluePoint2Y" fmla="*/ 603769 h 1435777"/>
              <a:gd name="GluePoint3X" fmla="*/ 999976 w 999976"/>
              <a:gd name="GluePoint3Y" fmla="*/ 693975 h 1435777"/>
              <a:gd name="GluePoint4X" fmla="*/ 569446 w 999976"/>
              <a:gd name="GluePoint4Y" fmla="*/ 1435777 h 1435777"/>
              <a:gd name="GluePoint5X" fmla="*/ 541960 w 999976"/>
              <a:gd name="GluePoint5Y" fmla="*/ 1286570 h 1435777"/>
              <a:gd name="GluePoint6X" fmla="*/ 418381 w 999976"/>
              <a:gd name="GluePoint6Y" fmla="*/ 860873 h 1435777"/>
              <a:gd name="GluePoint7X" fmla="*/ 128051 w 999976"/>
              <a:gd name="GluePoint7Y" fmla="*/ 597330 h 1435777"/>
              <a:gd name="GluePoint8X" fmla="*/ 10393 w 999976"/>
              <a:gd name="GluePoint8Y" fmla="*/ 586738 h 1435777"/>
              <a:gd name="GluePoint9X" fmla="*/ 0 w 999976"/>
              <a:gd name="GluePoint9Y" fmla="*/ 588138 h 1435777"/>
              <a:gd name="GluePoint10X" fmla="*/ 208666 w 999976"/>
              <a:gd name="GluePoint10Y" fmla="*/ 0 h 1435777"/>
              <a:gd name="GluePoint11X" fmla="*/ 286504 w 999976"/>
              <a:gd name="GluePoint11Y" fmla="*/ 15345 h 1435777"/>
              <a:gd name="GluePoint12X" fmla="*/ 500126 w 999976"/>
              <a:gd name="GluePoint12Y" fmla="*/ 98968 h 14357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61" name="Forma libre: Forma 50"/>
          <p:cNvSpPr/>
          <p:nvPr/>
        </p:nvSpPr>
        <p:spPr>
          <a:xfrm rot="19792200">
            <a:off x="8325360" y="4633200"/>
            <a:ext cx="1818360" cy="1236600"/>
          </a:xfrm>
          <a:custGeom>
            <a:avLst/>
            <a:gdLst>
              <a:gd name="textAreaLeft" fmla="*/ 0 w 1818360"/>
              <a:gd name="textAreaRight" fmla="*/ 1818720 w 1818360"/>
              <a:gd name="textAreaTop" fmla="*/ 0 h 1236600"/>
              <a:gd name="textAreaBottom" fmla="*/ 1236960 h 1236600"/>
              <a:gd name="GluePoint1X" fmla="*/ 1818598 w 1818598"/>
              <a:gd name="GluePoint1Y" fmla="*/ 603434 h 1236918"/>
              <a:gd name="GluePoint2X" fmla="*/ 1818598 w 1818598"/>
              <a:gd name="GluePoint2Y" fmla="*/ 1225280 h 1236918"/>
              <a:gd name="GluePoint3X" fmla="*/ 1816079 w 1818598"/>
              <a:gd name="GluePoint3Y" fmla="*/ 1225805 h 1236918"/>
              <a:gd name="GluePoint4X" fmla="*/ 1325065 w 1818598"/>
              <a:gd name="GluePoint4Y" fmla="*/ 1180913 h 1236918"/>
              <a:gd name="GluePoint5X" fmla="*/ 725660 w 1818598"/>
              <a:gd name="GluePoint5Y" fmla="*/ 852938 h 1236918"/>
              <a:gd name="GluePoint6X" fmla="*/ 24688 w 1818598"/>
              <a:gd name="GluePoint6Y" fmla="*/ 620869 h 1236918"/>
              <a:gd name="GluePoint7X" fmla="*/ 0 w 1818598"/>
              <a:gd name="GluePoint7Y" fmla="*/ 628048 h 1236918"/>
              <a:gd name="GluePoint8X" fmla="*/ 0 w 1818598"/>
              <a:gd name="GluePoint8Y" fmla="*/ 14966 h 1236918"/>
              <a:gd name="GluePoint9X" fmla="*/ 75583 w 1818598"/>
              <a:gd name="GluePoint9Y" fmla="*/ 3685 h 1236918"/>
              <a:gd name="GluePoint10X" fmla="*/ 588625 w 1818598"/>
              <a:gd name="GluePoint10Y" fmla="*/ 79047 h 1236918"/>
              <a:gd name="GluePoint11X" fmla="*/ 1070083 w 1818598"/>
              <a:gd name="GluePoint11Y" fmla="*/ 357235 h 1236918"/>
              <a:gd name="GluePoint12X" fmla="*/ 1513009 w 1818598"/>
              <a:gd name="GluePoint12Y" fmla="*/ 607671 h 1236918"/>
              <a:gd name="GluePoint13X" fmla="*/ 1751167 w 1818598"/>
              <a:gd name="GluePoint13Y" fmla="*/ 624922 h 1236918"/>
              <a:gd name="GluePoint14X" fmla="*/ 1818598 w 1818598"/>
              <a:gd name="GluePoint14Y" fmla="*/ 603434 h 12369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62" name="Forma libre: Forma 48"/>
          <p:cNvSpPr/>
          <p:nvPr/>
        </p:nvSpPr>
        <p:spPr>
          <a:xfrm rot="19792200">
            <a:off x="9704880" y="3012840"/>
            <a:ext cx="2066040" cy="1917720"/>
          </a:xfrm>
          <a:custGeom>
            <a:avLst/>
            <a:gdLst>
              <a:gd name="textAreaLeft" fmla="*/ 0 w 2066040"/>
              <a:gd name="textAreaRight" fmla="*/ 2066400 w 2066040"/>
              <a:gd name="textAreaTop" fmla="*/ 0 h 1917720"/>
              <a:gd name="textAreaBottom" fmla="*/ 1918080 h 1917720"/>
              <a:gd name="GluePoint1X" fmla="*/ 2066565 w 2066565"/>
              <a:gd name="GluePoint1Y" fmla="*/ 17417 h 1917955"/>
              <a:gd name="GluePoint2X" fmla="*/ 1857899 w 2066565"/>
              <a:gd name="GluePoint2Y" fmla="*/ 605555 h 1917955"/>
              <a:gd name="GluePoint3X" fmla="*/ 1804353 w 2066565"/>
              <a:gd name="GluePoint3Y" fmla="*/ 612768 h 1917955"/>
              <a:gd name="GluePoint4X" fmla="*/ 1463814 w 2066565"/>
              <a:gd name="GluePoint4Y" fmla="*/ 785022 h 1917955"/>
              <a:gd name="GluePoint5X" fmla="*/ 1115496 w 2066565"/>
              <a:gd name="GluePoint5Y" fmla="*/ 1138190 h 1917955"/>
              <a:gd name="GluePoint6X" fmla="*/ 478377 w 2066565"/>
              <a:gd name="GluePoint6Y" fmla="*/ 1729975 h 1917955"/>
              <a:gd name="GluePoint7X" fmla="*/ 118895 w 2066565"/>
              <a:gd name="GluePoint7Y" fmla="*/ 1893178 h 1917955"/>
              <a:gd name="GluePoint8X" fmla="*/ 0 w 2066565"/>
              <a:gd name="GluePoint8Y" fmla="*/ 1917955 h 1917955"/>
              <a:gd name="GluePoint9X" fmla="*/ 0 w 2066565"/>
              <a:gd name="GluePoint9Y" fmla="*/ 1296109 h 1917955"/>
              <a:gd name="GluePoint10X" fmla="*/ 47082 w 2066565"/>
              <a:gd name="GluePoint10Y" fmla="*/ 1281105 h 1917955"/>
              <a:gd name="GluePoint11X" fmla="*/ 668381 w 2066565"/>
              <a:gd name="GluePoint11Y" fmla="*/ 733735 h 1917955"/>
              <a:gd name="GluePoint12X" fmla="*/ 1085120 w 2066565"/>
              <a:gd name="GluePoint12Y" fmla="*/ 316023 h 1917955"/>
              <a:gd name="GluePoint13X" fmla="*/ 2015777 w 2066565"/>
              <a:gd name="GluePoint13Y" fmla="*/ 7404 h 1917955"/>
              <a:gd name="GluePoint14X" fmla="*/ 2066565 w 2066565"/>
              <a:gd name="GluePoint14Y" fmla="*/ 17417 h 191795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63" name="Forma libre: Forma 46"/>
          <p:cNvSpPr/>
          <p:nvPr/>
        </p:nvSpPr>
        <p:spPr>
          <a:xfrm rot="19792200">
            <a:off x="7291080" y="5415840"/>
            <a:ext cx="1313640" cy="1478520"/>
          </a:xfrm>
          <a:custGeom>
            <a:avLst/>
            <a:gdLst>
              <a:gd name="textAreaLeft" fmla="*/ 0 w 1313640"/>
              <a:gd name="textAreaRight" fmla="*/ 1314000 w 1313640"/>
              <a:gd name="textAreaTop" fmla="*/ 0 h 1478520"/>
              <a:gd name="textAreaBottom" fmla="*/ 1478880 h 1478520"/>
              <a:gd name="GluePoint1X" fmla="*/ 1314175 w 1314175"/>
              <a:gd name="GluePoint1Y" fmla="*/ 0 h 1478906"/>
              <a:gd name="GluePoint2X" fmla="*/ 1314175 w 1314175"/>
              <a:gd name="GluePoint2Y" fmla="*/ 613082 h 1478906"/>
              <a:gd name="GluePoint3X" fmla="*/ 1203695 w 1314175"/>
              <a:gd name="GluePoint3Y" fmla="*/ 645206 h 1478906"/>
              <a:gd name="GluePoint4X" fmla="*/ 649030 w 1314175"/>
              <a:gd name="GluePoint4Y" fmla="*/ 1163253 h 1478906"/>
              <a:gd name="GluePoint5X" fmla="*/ 560600 w 1314175"/>
              <a:gd name="GluePoint5Y" fmla="*/ 1388668 h 1478906"/>
              <a:gd name="GluePoint6X" fmla="*/ 537771 w 1314175"/>
              <a:gd name="GluePoint6Y" fmla="*/ 1478906 h 1478906"/>
              <a:gd name="GluePoint7X" fmla="*/ 0 w 1314175"/>
              <a:gd name="GluePoint7Y" fmla="*/ 1166793 h 1478906"/>
              <a:gd name="GluePoint8X" fmla="*/ 41253 w 1314175"/>
              <a:gd name="GluePoint8Y" fmla="*/ 1047294 h 1478906"/>
              <a:gd name="GluePoint9X" fmla="*/ 109629 w 1314175"/>
              <a:gd name="GluePoint9Y" fmla="*/ 893283 h 1478906"/>
              <a:gd name="GluePoint10X" fmla="*/ 1210759 w 1314175"/>
              <a:gd name="GluePoint10Y" fmla="*/ 15436 h 1478906"/>
              <a:gd name="GluePoint11X" fmla="*/ 1314175 w 1314175"/>
              <a:gd name="GluePoint11Y" fmla="*/ 0 h 147890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 2">
    <p:bg>
      <p:bgPr>
        <a:solidFill>
          <a:srgbClr val="3d47a1"/>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4038480" y="4955760"/>
            <a:ext cx="7314840" cy="669240"/>
          </a:xfrm>
          <a:prstGeom prst="rect">
            <a:avLst/>
          </a:prstGeom>
          <a:noFill/>
          <a:ln w="0">
            <a:noFill/>
          </a:ln>
        </p:spPr>
        <p:txBody>
          <a:bodyPr lIns="91440" rIns="91440" tIns="45720" bIns="45720" anchor="ctr">
            <a:normAutofit/>
          </a:bodyPr>
          <a:p>
            <a:pPr indent="0" defTabSz="914400">
              <a:lnSpc>
                <a:spcPct val="120000"/>
              </a:lnSpc>
              <a:buNone/>
            </a:pPr>
            <a:r>
              <a:rPr lang="es" sz="2000" b="0" u="none" strike="noStrike">
                <a:solidFill>
                  <a:schemeClr val="lt1"/>
                </a:solidFill>
                <a:effectLst/>
                <a:uFillTx/>
                <a:latin typeface="Corbel"/>
              </a:rPr>
              <a:t>Autor de la cita</a:t>
            </a:r>
            <a:endParaRPr lang="en-US" sz="2000" b="0" u="none" strike="noStrike">
              <a:solidFill>
                <a:schemeClr val="lt1"/>
              </a:solidFill>
              <a:effectLst/>
              <a:uFillTx/>
              <a:latin typeface="Corbel"/>
            </a:endParaRPr>
          </a:p>
        </p:txBody>
      </p:sp>
      <p:sp>
        <p:nvSpPr>
          <p:cNvPr id="365" name="PlaceHolder 2"/>
          <p:cNvSpPr>
            <a:spLocks noGrp="1"/>
          </p:cNvSpPr>
          <p:nvPr>
            <p:ph type="body"/>
          </p:nvPr>
        </p:nvSpPr>
        <p:spPr>
          <a:xfrm>
            <a:off x="4038480" y="691200"/>
            <a:ext cx="7314840" cy="3944520"/>
          </a:xfrm>
          <a:prstGeom prst="rect">
            <a:avLst/>
          </a:prstGeom>
          <a:noFill/>
          <a:ln w="0">
            <a:noFill/>
          </a:ln>
        </p:spPr>
        <p:txBody>
          <a:bodyPr lIns="91440" rIns="91440" tIns="45720" bIns="45720" anchor="b">
            <a:normAutofit/>
          </a:bodyPr>
          <a:p>
            <a:pPr indent="0" defTabSz="914400">
              <a:lnSpc>
                <a:spcPct val="100000"/>
              </a:lnSpc>
              <a:spcAft>
                <a:spcPts val="601"/>
              </a:spcAft>
              <a:buNone/>
              <a:tabLst>
                <a:tab algn="l" pos="0"/>
              </a:tabLst>
            </a:pPr>
            <a:r>
              <a:rPr lang="es" sz="4800" b="0" u="none" spc="99" strike="noStrike" cap="all">
                <a:solidFill>
                  <a:schemeClr val="lt1"/>
                </a:solidFill>
                <a:effectLst/>
                <a:uFillTx/>
                <a:latin typeface="Verdana Pro Black"/>
              </a:rPr>
              <a:t>Haga clic para agregar una cita</a:t>
            </a:r>
            <a:endParaRPr lang="en-US" sz="4800" b="0" u="none" spc="99" strike="noStrike">
              <a:solidFill>
                <a:schemeClr val="lt1"/>
              </a:solidFill>
              <a:effectLst/>
              <a:uFillTx/>
              <a:latin typeface="Corbel"/>
            </a:endParaRPr>
          </a:p>
        </p:txBody>
      </p:sp>
      <p:sp>
        <p:nvSpPr>
          <p:cNvPr id="366" name="PlaceHolder 3"/>
          <p:cNvSpPr>
            <a:spLocks noGrp="1"/>
          </p:cNvSpPr>
          <p:nvPr>
            <p:ph type="dt" idx="109"/>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367" name="PlaceHolder 4"/>
          <p:cNvSpPr>
            <a:spLocks noGrp="1"/>
          </p:cNvSpPr>
          <p:nvPr>
            <p:ph type="ftr" idx="110"/>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68" name="PlaceHolder 5"/>
          <p:cNvSpPr>
            <a:spLocks noGrp="1"/>
          </p:cNvSpPr>
          <p:nvPr>
            <p:ph type="sldNum" idx="111"/>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369" name="Forma libre: Forma 32"/>
          <p:cNvSpPr/>
          <p:nvPr/>
        </p:nvSpPr>
        <p:spPr>
          <a:xfrm rot="2930400">
            <a:off x="1481400" y="4722120"/>
            <a:ext cx="1351440" cy="968040"/>
          </a:xfrm>
          <a:custGeom>
            <a:avLst/>
            <a:gdLst>
              <a:gd name="textAreaLeft" fmla="*/ 0 w 1351440"/>
              <a:gd name="textAreaRight" fmla="*/ 1351800 w 1351440"/>
              <a:gd name="textAreaTop" fmla="*/ 0 h 968040"/>
              <a:gd name="textAreaBottom" fmla="*/ 968400 h 968040"/>
              <a:gd name="GluePoint1X" fmla="*/ 0 w 1351948"/>
              <a:gd name="GluePoint1Y" fmla="*/ 537538 h 968454"/>
              <a:gd name="GluePoint2X" fmla="*/ 24356 w 1351948"/>
              <a:gd name="GluePoint2Y" fmla="*/ 542259 h 968454"/>
              <a:gd name="GluePoint3X" fmla="*/ 549490 w 1351948"/>
              <a:gd name="GluePoint3Y" fmla="*/ 493737 h 968454"/>
              <a:gd name="GluePoint4X" fmla="*/ 954498 w 1351948"/>
              <a:gd name="GluePoint4Y" fmla="*/ 122741 h 968454"/>
              <a:gd name="GluePoint5X" fmla="*/ 1228255 w 1351948"/>
              <a:gd name="GluePoint5Y" fmla="*/ 18227 h 968454"/>
              <a:gd name="GluePoint6X" fmla="*/ 1334153 w 1351948"/>
              <a:gd name="GluePoint6Y" fmla="*/ 291405 h 968454"/>
              <a:gd name="GluePoint7X" fmla="*/ 696246 w 1351948"/>
              <a:gd name="GluePoint7Y" fmla="*/ 881339 h 968454"/>
              <a:gd name="GluePoint8X" fmla="*/ 109132 w 1351948"/>
              <a:gd name="GluePoint8Y" fmla="*/ 965990 h 968454"/>
              <a:gd name="GluePoint9X" fmla="*/ 0 w 1351948"/>
              <a:gd name="GluePoint9Y" fmla="*/ 954818 h 968454"/>
              <a:gd name="GluePoint10X" fmla="*/ 0 w 1351948"/>
              <a:gd name="GluePoint10Y" fmla="*/ 537538 h 9684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70" name="Forma libre: Forma 31"/>
          <p:cNvSpPr/>
          <p:nvPr/>
        </p:nvSpPr>
        <p:spPr>
          <a:xfrm rot="2930400">
            <a:off x="721080" y="3803400"/>
            <a:ext cx="1183320" cy="914760"/>
          </a:xfrm>
          <a:custGeom>
            <a:avLst/>
            <a:gdLst>
              <a:gd name="textAreaLeft" fmla="*/ 0 w 1183320"/>
              <a:gd name="textAreaRight" fmla="*/ 1183680 w 1183320"/>
              <a:gd name="textAreaTop" fmla="*/ 0 h 914760"/>
              <a:gd name="textAreaBottom" fmla="*/ 915120 h 914760"/>
              <a:gd name="GluePoint1X" fmla="*/ 0 w 1183810"/>
              <a:gd name="GluePoint1Y" fmla="*/ 139465 h 915086"/>
              <a:gd name="GluePoint2X" fmla="*/ 408815 w 1183810"/>
              <a:gd name="GluePoint2Y" fmla="*/ 0 h 915086"/>
              <a:gd name="GluePoint3X" fmla="*/ 449051 w 1183810"/>
              <a:gd name="GluePoint3Y" fmla="*/ 56347 h 915086"/>
              <a:gd name="GluePoint4X" fmla="*/ 893109 w 1183810"/>
              <a:gd name="GluePoint4Y" fmla="*/ 409740 h 915086"/>
              <a:gd name="GluePoint5X" fmla="*/ 1100221 w 1183810"/>
              <a:gd name="GluePoint5Y" fmla="*/ 481604 h 915086"/>
              <a:gd name="GluePoint6X" fmla="*/ 1183810 w 1183810"/>
              <a:gd name="GluePoint6Y" fmla="*/ 497806 h 915086"/>
              <a:gd name="GluePoint7X" fmla="*/ 1183810 w 1183810"/>
              <a:gd name="GluePoint7Y" fmla="*/ 915086 h 915086"/>
              <a:gd name="GluePoint8X" fmla="*/ 1144031 w 1183810"/>
              <a:gd name="GluePoint8Y" fmla="*/ 911014 h 915086"/>
              <a:gd name="GluePoint9X" fmla="*/ 719316 w 1183810"/>
              <a:gd name="GluePoint9Y" fmla="*/ 784888 h 915086"/>
              <a:gd name="GluePoint10X" fmla="*/ 51753 w 1183810"/>
              <a:gd name="GluePoint10Y" fmla="*/ 217776 h 915086"/>
              <a:gd name="GluePoint11X" fmla="*/ 0 w 1183810"/>
              <a:gd name="GluePoint11Y" fmla="*/ 139465 h 91508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71" name="Forma libre: Forma 42"/>
          <p:cNvSpPr/>
          <p:nvPr/>
        </p:nvSpPr>
        <p:spPr>
          <a:xfrm rot="1151400">
            <a:off x="1108440" y="-53280"/>
            <a:ext cx="1255320" cy="811440"/>
          </a:xfrm>
          <a:custGeom>
            <a:avLst/>
            <a:gdLst>
              <a:gd name="textAreaLeft" fmla="*/ 0 w 1255320"/>
              <a:gd name="textAreaRight" fmla="*/ 1255680 w 1255320"/>
              <a:gd name="textAreaTop" fmla="*/ 0 h 811440"/>
              <a:gd name="textAreaBottom" fmla="*/ 811800 h 811440"/>
              <a:gd name="GluePoint1X" fmla="*/ 757039 w 1255576"/>
              <a:gd name="GluePoint1Y" fmla="*/ 572326 h 811621"/>
              <a:gd name="GluePoint2X" fmla="*/ 1234740 w 1255576"/>
              <a:gd name="GluePoint2Y" fmla="*/ 572326 h 811621"/>
              <a:gd name="GluePoint3X" fmla="*/ 1255576 w 1255576"/>
              <a:gd name="GluePoint3Y" fmla="*/ 618854 h 811621"/>
              <a:gd name="GluePoint4X" fmla="*/ 890225 w 1255576"/>
              <a:gd name="GluePoint4Y" fmla="*/ 811621 h 811621"/>
              <a:gd name="GluePoint5X" fmla="*/ 889587 w 1255576"/>
              <a:gd name="GluePoint5Y" fmla="*/ 809499 h 811621"/>
              <a:gd name="GluePoint6X" fmla="*/ 791825 w 1255576"/>
              <a:gd name="GluePoint6Y" fmla="*/ 616737 h 811621"/>
              <a:gd name="GluePoint7X" fmla="*/ 0 w 1255576"/>
              <a:gd name="GluePoint7Y" fmla="*/ 251184 h 811621"/>
              <a:gd name="GluePoint8X" fmla="*/ 721706 w 1255576"/>
              <a:gd name="GluePoint8Y" fmla="*/ 0 h 811621"/>
              <a:gd name="GluePoint9X" fmla="*/ 746327 w 1255576"/>
              <a:gd name="GluePoint9Y" fmla="*/ 12644 h 811621"/>
              <a:gd name="GluePoint10X" fmla="*/ 917898 w 1255576"/>
              <a:gd name="GluePoint10Y" fmla="*/ 141924 h 811621"/>
              <a:gd name="GluePoint11X" fmla="*/ 1097691 w 1255576"/>
              <a:gd name="GluePoint11Y" fmla="*/ 335783 h 811621"/>
              <a:gd name="GluePoint12X" fmla="*/ 1199362 w 1255576"/>
              <a:gd name="GluePoint12Y" fmla="*/ 493323 h 811621"/>
              <a:gd name="GluePoint13X" fmla="*/ 1234741 w 1255576"/>
              <a:gd name="GluePoint13Y" fmla="*/ 572325 h 811621"/>
              <a:gd name="GluePoint14X" fmla="*/ 757040 w 1255576"/>
              <a:gd name="GluePoint14Y" fmla="*/ 572325 h 811621"/>
              <a:gd name="GluePoint15X" fmla="*/ 724552 w 1255576"/>
              <a:gd name="GluePoint15Y" fmla="*/ 530848 h 811621"/>
              <a:gd name="GluePoint16X" fmla="*/ 644567 w 1255576"/>
              <a:gd name="GluePoint16Y" fmla="*/ 451040 h 811621"/>
              <a:gd name="GluePoint17X" fmla="*/ 140362 w 1255576"/>
              <a:gd name="GluePoint17Y" fmla="*/ 244226 h 811621"/>
              <a:gd name="GluePoint18X" fmla="*/ 7676 w 1255576"/>
              <a:gd name="GluePoint18Y" fmla="*/ 249697 h 8116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72" name="Forma libre: Forma 35"/>
          <p:cNvSpPr/>
          <p:nvPr/>
        </p:nvSpPr>
        <p:spPr>
          <a:xfrm rot="1151400">
            <a:off x="1872720" y="694080"/>
            <a:ext cx="365040" cy="192240"/>
          </a:xfrm>
          <a:custGeom>
            <a:avLst/>
            <a:gdLst>
              <a:gd name="textAreaLeft" fmla="*/ 0 w 365040"/>
              <a:gd name="textAreaRight" fmla="*/ 365400 w 365040"/>
              <a:gd name="textAreaTop" fmla="*/ 0 h 192240"/>
              <a:gd name="textAreaBottom" fmla="*/ 192600 h 192240"/>
              <a:gd name="GluePoint1X" fmla="*/ 365351 w 365351"/>
              <a:gd name="GluePoint1Y" fmla="*/ 0 h 192768"/>
              <a:gd name="GluePoint2X" fmla="*/ 365351 w 365351"/>
              <a:gd name="GluePoint2Y" fmla="*/ 1 h 192768"/>
              <a:gd name="GluePoint3X" fmla="*/ 0 w 365351"/>
              <a:gd name="GluePoint3Y" fmla="*/ 192768 h 192768"/>
              <a:gd name="GluePoint4X" fmla="*/ 0 w 365351"/>
              <a:gd name="GluePoint4Y" fmla="*/ 192767 h 192768"/>
              <a:gd name="GluePoint5X" fmla="*/ 365351 w 365351"/>
              <a:gd name="GluePoint5Y" fmla="*/ 0 h 19276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65351" h="192768">
                <a:moveTo>
                  <a:pt x="365351" y="0"/>
                </a:moveTo>
                <a:lnTo>
                  <a:pt x="365351" y="1"/>
                </a:lnTo>
                <a:lnTo>
                  <a:pt x="0" y="192768"/>
                </a:lnTo>
                <a:lnTo>
                  <a:pt x="0" y="192767"/>
                </a:lnTo>
                <a:lnTo>
                  <a:pt x="365351" y="0"/>
                </a:ln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73" name="Forma libre: Forma 53"/>
          <p:cNvSpPr/>
          <p:nvPr/>
        </p:nvSpPr>
        <p:spPr>
          <a:xfrm rot="1244400">
            <a:off x="1603080" y="662400"/>
            <a:ext cx="514080" cy="1550880"/>
          </a:xfrm>
          <a:custGeom>
            <a:avLst/>
            <a:gdLst>
              <a:gd name="textAreaLeft" fmla="*/ 0 w 514080"/>
              <a:gd name="textAreaRight" fmla="*/ 514440 w 514080"/>
              <a:gd name="textAreaTop" fmla="*/ 0 h 1550880"/>
              <a:gd name="textAreaBottom" fmla="*/ 1551240 h 1550880"/>
              <a:gd name="GluePoint1X" fmla="*/ 75359 w 514471"/>
              <a:gd name="GluePoint1Y" fmla="*/ 998505 h 1551071"/>
              <a:gd name="GluePoint2X" fmla="*/ 183163 w 514471"/>
              <a:gd name="GluePoint2Y" fmla="*/ 995594 h 1551071"/>
              <a:gd name="GluePoint3X" fmla="*/ 492910 w 514471"/>
              <a:gd name="GluePoint3Y" fmla="*/ 987230 h 1551071"/>
              <a:gd name="GluePoint4X" fmla="*/ 477099 w 514471"/>
              <a:gd name="GluePoint4Y" fmla="*/ 1127892 h 1551071"/>
              <a:gd name="GluePoint5X" fmla="*/ 444080 w 514471"/>
              <a:gd name="GluePoint5Y" fmla="*/ 1356524 h 1551071"/>
              <a:gd name="GluePoint6X" fmla="*/ 432965 w 514471"/>
              <a:gd name="GluePoint6Y" fmla="*/ 1429304 h 1551071"/>
              <a:gd name="GluePoint7X" fmla="*/ 418105 w 514471"/>
              <a:gd name="GluePoint7Y" fmla="*/ 1551071 h 1551071"/>
              <a:gd name="GluePoint8X" fmla="*/ 0 w 514471"/>
              <a:gd name="GluePoint8Y" fmla="*/ 1551071 h 1551071"/>
              <a:gd name="GluePoint9X" fmla="*/ 23958 w 514471"/>
              <a:gd name="GluePoint9Y" fmla="*/ 1366110 h 1551071"/>
              <a:gd name="GluePoint10X" fmla="*/ 35145 w 514471"/>
              <a:gd name="GluePoint10Y" fmla="*/ 1292691 h 1551071"/>
              <a:gd name="GluePoint11X" fmla="*/ 65489 w 514471"/>
              <a:gd name="GluePoint11Y" fmla="*/ 1083783 h 1551071"/>
              <a:gd name="GluePoint12X" fmla="*/ 30099 w 514471"/>
              <a:gd name="GluePoint12Y" fmla="*/ 202559 h 1551071"/>
              <a:gd name="GluePoint13X" fmla="*/ 30099 w 514471"/>
              <a:gd name="GluePoint13Y" fmla="*/ 202560 h 1551071"/>
              <a:gd name="GluePoint14X" fmla="*/ 30099 w 514471"/>
              <a:gd name="GluePoint14Y" fmla="*/ 202560 h 1551071"/>
              <a:gd name="GluePoint15X" fmla="*/ 390113 w 514471"/>
              <a:gd name="GluePoint15Y" fmla="*/ 0 h 1551071"/>
              <a:gd name="GluePoint16X" fmla="*/ 412070 w 514471"/>
              <a:gd name="GluePoint16Y" fmla="*/ 45683 h 1551071"/>
              <a:gd name="GluePoint17X" fmla="*/ 503664 w 514471"/>
              <a:gd name="GluePoint17Y" fmla="*/ 432224 h 1551071"/>
              <a:gd name="GluePoint18X" fmla="*/ 510831 w 514471"/>
              <a:gd name="GluePoint18Y" fmla="*/ 586139 h 1551071"/>
              <a:gd name="GluePoint19X" fmla="*/ 510830 w 514471"/>
              <a:gd name="GluePoint19Y" fmla="*/ 586139 h 1551071"/>
              <a:gd name="GluePoint20X" fmla="*/ 514471 w 514471"/>
              <a:gd name="GluePoint20Y" fmla="*/ 664324 h 1551071"/>
              <a:gd name="GluePoint21X" fmla="*/ 503089 w 514471"/>
              <a:gd name="GluePoint21Y" fmla="*/ 896684 h 1551071"/>
              <a:gd name="GluePoint22X" fmla="*/ 492911 w 514471"/>
              <a:gd name="GluePoint22Y" fmla="*/ 987228 h 1551071"/>
              <a:gd name="GluePoint23X" fmla="*/ 183163 w 514471"/>
              <a:gd name="GluePoint23Y" fmla="*/ 995593 h 1551071"/>
              <a:gd name="GluePoint24X" fmla="*/ 75359 w 514471"/>
              <a:gd name="GluePoint24Y" fmla="*/ 998504 h 1551071"/>
              <a:gd name="GluePoint25X" fmla="*/ 75359 w 514471"/>
              <a:gd name="GluePoint25Y" fmla="*/ 998504 h 1551071"/>
              <a:gd name="GluePoint26X" fmla="*/ 89637 w 514471"/>
              <a:gd name="GluePoint26Y" fmla="*/ 875131 h 1551071"/>
              <a:gd name="GluePoint27X" fmla="*/ 100892 w 514471"/>
              <a:gd name="GluePoint27Y" fmla="*/ 670492 h 1551071"/>
              <a:gd name="GluePoint28X" fmla="*/ 97321 w 514471"/>
              <a:gd name="GluePoint28Y" fmla="*/ 586138 h 1551071"/>
              <a:gd name="GluePoint29X" fmla="*/ 97321 w 514471"/>
              <a:gd name="GluePoint29Y" fmla="*/ 586138 h 1551071"/>
              <a:gd name="GluePoint30X" fmla="*/ 92557 w 514471"/>
              <a:gd name="GluePoint30Y" fmla="*/ 473625 h 1551071"/>
              <a:gd name="GluePoint31X" fmla="*/ 57559 w 514471"/>
              <a:gd name="GluePoint31Y" fmla="*/ 285640 h 1551071"/>
              <a:gd name="GluePoint32X" fmla="*/ 30099 w 514471"/>
              <a:gd name="GluePoint32Y" fmla="*/ 202560 h 1551071"/>
              <a:gd name="GluePoint33X" fmla="*/ 390113 w 514471"/>
              <a:gd name="GluePoint33Y" fmla="*/ 2 h 155107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Lst>
            <a:rect l="textAreaLeft" t="textAreaTop" r="textAreaRight" b="textAreaBottom"/>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74" name="Forma libre: Forma 44"/>
          <p:cNvSpPr/>
          <p:nvPr/>
        </p:nvSpPr>
        <p:spPr>
          <a:xfrm rot="1244400">
            <a:off x="1025640" y="2143440"/>
            <a:ext cx="2136960" cy="1825560"/>
          </a:xfrm>
          <a:custGeom>
            <a:avLst/>
            <a:gdLst>
              <a:gd name="textAreaLeft" fmla="*/ 0 w 2136960"/>
              <a:gd name="textAreaRight" fmla="*/ 2137320 w 2136960"/>
              <a:gd name="textAreaTop" fmla="*/ 0 h 1825560"/>
              <a:gd name="textAreaBottom" fmla="*/ 1825920 h 1825560"/>
              <a:gd name="GluePoint1X" fmla="*/ 19639 w 2137295"/>
              <a:gd name="GluePoint1Y" fmla="*/ 257655 h 1825989"/>
              <a:gd name="GluePoint2X" fmla="*/ 437744 w 2137295"/>
              <a:gd name="GluePoint2Y" fmla="*/ 257655 h 1825989"/>
              <a:gd name="GluePoint3X" fmla="*/ 422806 w 2137295"/>
              <a:gd name="GluePoint3Y" fmla="*/ 380052 h 1825989"/>
              <a:gd name="GluePoint4X" fmla="*/ 475112 w 2137295"/>
              <a:gd name="GluePoint4Y" fmla="*/ 954811 h 1825989"/>
              <a:gd name="GluePoint5X" fmla="*/ 735894 w 2137295"/>
              <a:gd name="GluePoint5Y" fmla="*/ 421098 h 1825989"/>
              <a:gd name="GluePoint6X" fmla="*/ 1154010 w 2137295"/>
              <a:gd name="GluePoint6Y" fmla="*/ 71234 h 1825989"/>
              <a:gd name="GluePoint7X" fmla="*/ 1439921 w 2137295"/>
              <a:gd name="GluePoint7Y" fmla="*/ 639 h 1825989"/>
              <a:gd name="GluePoint8X" fmla="*/ 1752651 w 2137295"/>
              <a:gd name="GluePoint8Y" fmla="*/ 64100 h 1825989"/>
              <a:gd name="GluePoint9X" fmla="*/ 1977769 w 2137295"/>
              <a:gd name="GluePoint9Y" fmla="*/ 241513 h 1825989"/>
              <a:gd name="GluePoint10X" fmla="*/ 1979435 w 2137295"/>
              <a:gd name="GluePoint10Y" fmla="*/ 241372 h 1825989"/>
              <a:gd name="GluePoint11X" fmla="*/ 2123893 w 2137295"/>
              <a:gd name="GluePoint11Y" fmla="*/ 572172 h 1825989"/>
              <a:gd name="GluePoint12X" fmla="*/ 1869746 w 2137295"/>
              <a:gd name="GluePoint12Y" fmla="*/ 1393928 h 1825989"/>
              <a:gd name="GluePoint13X" fmla="*/ 1267462 w 2137295"/>
              <a:gd name="GluePoint13Y" fmla="*/ 1702696 h 1825989"/>
              <a:gd name="GluePoint14X" fmla="*/ 800780 w 2137295"/>
              <a:gd name="GluePoint14Y" fmla="*/ 1691634 h 1825989"/>
              <a:gd name="GluePoint15X" fmla="*/ 818308 w 2137295"/>
              <a:gd name="GluePoint15Y" fmla="*/ 1825989 h 1825989"/>
              <a:gd name="GluePoint16X" fmla="*/ 391989 w 2137295"/>
              <a:gd name="GluePoint16Y" fmla="*/ 1756469 h 1825989"/>
              <a:gd name="GluePoint17X" fmla="*/ 386174 w 2137295"/>
              <a:gd name="GluePoint17Y" fmla="*/ 1694491 h 1825989"/>
              <a:gd name="GluePoint18X" fmla="*/ 383414 w 2137295"/>
              <a:gd name="GluePoint18Y" fmla="*/ 1535768 h 1825989"/>
              <a:gd name="GluePoint19X" fmla="*/ 384430 w 2137295"/>
              <a:gd name="GluePoint19Y" fmla="*/ 1495915 h 1825989"/>
              <a:gd name="GluePoint20X" fmla="*/ 30707 w 2137295"/>
              <a:gd name="GluePoint20Y" fmla="*/ 903994 h 1825989"/>
              <a:gd name="GluePoint21X" fmla="*/ 17688 w 2137295"/>
              <a:gd name="GluePoint21Y" fmla="*/ 272723 h 1825989"/>
              <a:gd name="GluePoint22X" fmla="*/ 19639 w 2137295"/>
              <a:gd name="GluePoint22Y" fmla="*/ 257655 h 1825989"/>
              <a:gd name="GluePoint23X" fmla="*/ 1326804 w 2137295"/>
              <a:gd name="GluePoint23Y" fmla="*/ 449133 h 1825989"/>
              <a:gd name="GluePoint24X" fmla="*/ 1073932 w 2137295"/>
              <a:gd name="GluePoint24Y" fmla="*/ 663014 h 1825989"/>
              <a:gd name="GluePoint25X" fmla="*/ 825668 w 2137295"/>
              <a:gd name="GluePoint25Y" fmla="*/ 1268892 h 1825989"/>
              <a:gd name="GluePoint26X" fmla="*/ 825954 w 2137295"/>
              <a:gd name="GluePoint26Y" fmla="*/ 1269248 h 1825989"/>
              <a:gd name="GluePoint27X" fmla="*/ 1575946 w 2137295"/>
              <a:gd name="GluePoint27Y" fmla="*/ 1100004 h 1825989"/>
              <a:gd name="GluePoint28X" fmla="*/ 1715618 w 2137295"/>
              <a:gd name="GluePoint28Y" fmla="*/ 642071 h 1825989"/>
              <a:gd name="GluePoint29X" fmla="*/ 1578042 w 2137295"/>
              <a:gd name="GluePoint29Y" fmla="*/ 438830 h 1825989"/>
              <a:gd name="GluePoint30X" fmla="*/ 1326804 w 2137295"/>
              <a:gd name="GluePoint30Y" fmla="*/ 449133 h 18259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 3">
    <p:bg>
      <p:bgPr>
        <a:solidFill>
          <a:srgbClr val="f7f7f7"/>
        </a:solidFill>
      </p:bgPr>
    </p:bg>
    <p:spTree>
      <p:nvGrpSpPr>
        <p:cNvPr id="1" name=""/>
        <p:cNvGrpSpPr/>
        <p:nvPr/>
      </p:nvGrpSpPr>
      <p:grpSpPr>
        <a:xfrm>
          <a:off x="0" y="0"/>
          <a:ext cx="0" cy="0"/>
          <a:chOff x="0" y="0"/>
          <a:chExt cx="0" cy="0"/>
        </a:xfrm>
      </p:grpSpPr>
      <p:sp>
        <p:nvSpPr>
          <p:cNvPr id="375" name="PlaceHolder 1"/>
          <p:cNvSpPr>
            <a:spLocks noGrp="1"/>
          </p:cNvSpPr>
          <p:nvPr>
            <p:ph type="title"/>
          </p:nvPr>
        </p:nvSpPr>
        <p:spPr>
          <a:xfrm>
            <a:off x="1577160" y="5092560"/>
            <a:ext cx="9037800" cy="746280"/>
          </a:xfrm>
          <a:prstGeom prst="rect">
            <a:avLst/>
          </a:prstGeom>
          <a:noFill/>
          <a:ln w="0">
            <a:noFill/>
          </a:ln>
        </p:spPr>
        <p:txBody>
          <a:bodyPr lIns="91440" rIns="91440" tIns="45720" bIns="45720" anchor="ctr">
            <a:normAutofit/>
          </a:bodyPr>
          <a:p>
            <a:pPr indent="0" algn="ctr" defTabSz="914400">
              <a:lnSpc>
                <a:spcPct val="120000"/>
              </a:lnSpc>
              <a:buNone/>
            </a:pPr>
            <a:r>
              <a:rPr lang="es" sz="2000" b="0" u="none" strike="noStrike">
                <a:solidFill>
                  <a:schemeClr val="dk1"/>
                </a:solidFill>
                <a:effectLst/>
                <a:uFillTx/>
                <a:latin typeface="Corbel"/>
              </a:rPr>
              <a:t>Autor de la cita</a:t>
            </a:r>
            <a:endParaRPr lang="en-US" sz="2000" b="0" u="none" strike="noStrike">
              <a:solidFill>
                <a:schemeClr val="dk1"/>
              </a:solidFill>
              <a:effectLst/>
              <a:uFillTx/>
              <a:latin typeface="Corbel"/>
            </a:endParaRPr>
          </a:p>
        </p:txBody>
      </p:sp>
      <p:sp>
        <p:nvSpPr>
          <p:cNvPr id="376" name="PlaceHolder 2"/>
          <p:cNvSpPr>
            <a:spLocks noGrp="1"/>
          </p:cNvSpPr>
          <p:nvPr>
            <p:ph type="body"/>
          </p:nvPr>
        </p:nvSpPr>
        <p:spPr>
          <a:xfrm>
            <a:off x="633960" y="633960"/>
            <a:ext cx="10923480" cy="4091400"/>
          </a:xfrm>
          <a:prstGeom prst="rect">
            <a:avLst/>
          </a:prstGeom>
          <a:noFill/>
          <a:ln w="0">
            <a:noFill/>
          </a:ln>
        </p:spPr>
        <p:txBody>
          <a:bodyPr lIns="91440" rIns="91440" tIns="45720" bIns="45720" anchor="b">
            <a:normAutofit/>
          </a:bodyPr>
          <a:p>
            <a:pPr marL="164520" indent="-164520" algn="ctr" defTabSz="914400">
              <a:lnSpc>
                <a:spcPct val="110000"/>
              </a:lnSpc>
              <a:spcAft>
                <a:spcPts val="601"/>
              </a:spcAft>
              <a:buNone/>
              <a:tabLst>
                <a:tab algn="l" pos="0"/>
              </a:tabLst>
            </a:pPr>
            <a:r>
              <a:rPr lang="es" sz="6600" b="0" u="none" spc="99" strike="noStrike" cap="all">
                <a:solidFill>
                  <a:schemeClr val="dk2"/>
                </a:solidFill>
                <a:effectLst/>
                <a:uFillTx/>
                <a:latin typeface="Verdana Pro Black"/>
              </a:rPr>
              <a:t>Haga clic para agregar una cita</a:t>
            </a:r>
            <a:endParaRPr lang="en-US" sz="6600" b="0" u="none" spc="99" strike="noStrike">
              <a:solidFill>
                <a:schemeClr val="dk1"/>
              </a:solidFill>
              <a:effectLst/>
              <a:uFillTx/>
              <a:latin typeface="Corbel"/>
            </a:endParaRPr>
          </a:p>
        </p:txBody>
      </p:sp>
      <p:sp>
        <p:nvSpPr>
          <p:cNvPr id="377" name="PlaceHolder 3"/>
          <p:cNvSpPr>
            <a:spLocks noGrp="1"/>
          </p:cNvSpPr>
          <p:nvPr>
            <p:ph type="dt" idx="112"/>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78" name="PlaceHolder 4"/>
          <p:cNvSpPr>
            <a:spLocks noGrp="1"/>
          </p:cNvSpPr>
          <p:nvPr>
            <p:ph type="ftr" idx="113"/>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79" name="PlaceHolder 5"/>
          <p:cNvSpPr>
            <a:spLocks noGrp="1"/>
          </p:cNvSpPr>
          <p:nvPr>
            <p:ph type="sldNum" idx="114"/>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4">
    <p:bg>
      <p:bgPr>
        <a:solidFill>
          <a:srgbClr val="3d47a1"/>
        </a:solidFill>
      </p:bgPr>
    </p:bg>
    <p:spTree>
      <p:nvGrpSpPr>
        <p:cNvPr id="1" name=""/>
        <p:cNvGrpSpPr/>
        <p:nvPr/>
      </p:nvGrpSpPr>
      <p:grpSpPr>
        <a:xfrm>
          <a:off x="0" y="0"/>
          <a:ext cx="0" cy="0"/>
          <a:chOff x="0" y="0"/>
          <a:chExt cx="0" cy="0"/>
        </a:xfrm>
      </p:grpSpPr>
      <p:sp>
        <p:nvSpPr>
          <p:cNvPr id="380" name="PlaceHolder 1"/>
          <p:cNvSpPr>
            <a:spLocks noGrp="1"/>
          </p:cNvSpPr>
          <p:nvPr>
            <p:ph type="title"/>
          </p:nvPr>
        </p:nvSpPr>
        <p:spPr>
          <a:xfrm>
            <a:off x="633960" y="635040"/>
            <a:ext cx="7458120" cy="3470760"/>
          </a:xfrm>
          <a:prstGeom prst="rect">
            <a:avLst/>
          </a:prstGeom>
          <a:noFill/>
          <a:ln w="0">
            <a:noFill/>
          </a:ln>
        </p:spPr>
        <p:txBody>
          <a:bodyPr lIns="91440" rIns="91440" tIns="45720" bIns="45720" anchor="b">
            <a:noAutofit/>
          </a:bodyPr>
          <a:p>
            <a:pPr indent="0" defTabSz="914400">
              <a:lnSpc>
                <a:spcPct val="90000"/>
              </a:lnSpc>
              <a:buNone/>
            </a:pPr>
            <a:r>
              <a:rPr lang="es" sz="6000" b="0" u="none" strike="noStrike" cap="all">
                <a:solidFill>
                  <a:schemeClr val="lt1"/>
                </a:solidFill>
                <a:effectLst/>
                <a:uFillTx/>
                <a:latin typeface="Verdana Pro Black"/>
              </a:rPr>
              <a:t>Haga clic para modificar el estilo de título del patrón</a:t>
            </a:r>
            <a:endParaRPr lang="en-US" sz="6000" b="0" u="none" strike="noStrike">
              <a:solidFill>
                <a:schemeClr val="lt1"/>
              </a:solidFill>
              <a:effectLst/>
              <a:uFillTx/>
              <a:latin typeface="Corbel"/>
            </a:endParaRPr>
          </a:p>
        </p:txBody>
      </p:sp>
      <p:sp>
        <p:nvSpPr>
          <p:cNvPr id="381" name="Forma libre: Forma 25"/>
          <p:cNvSpPr/>
          <p:nvPr/>
        </p:nvSpPr>
        <p:spPr>
          <a:xfrm rot="20727000">
            <a:off x="11193840" y="1038600"/>
            <a:ext cx="991800" cy="1983240"/>
          </a:xfrm>
          <a:custGeom>
            <a:avLst/>
            <a:gdLst>
              <a:gd name="textAreaLeft" fmla="*/ 0 w 991800"/>
              <a:gd name="textAreaRight" fmla="*/ 992160 w 991800"/>
              <a:gd name="textAreaTop" fmla="*/ 0 h 1983240"/>
              <a:gd name="textAreaBottom" fmla="*/ 1983600 h 1983240"/>
              <a:gd name="GluePoint1X" fmla="*/ 463557 w 992059"/>
              <a:gd name="GluePoint1Y" fmla="*/ 0 h 1983559"/>
              <a:gd name="GluePoint2X" fmla="*/ 474263 w 992059"/>
              <a:gd name="GluePoint2Y" fmla="*/ 14194 h 1983559"/>
              <a:gd name="GluePoint3X" fmla="*/ 564672 w 992059"/>
              <a:gd name="GluePoint3Y" fmla="*/ 151823 h 1983559"/>
              <a:gd name="GluePoint4X" fmla="*/ 987470 w 992059"/>
              <a:gd name="GluePoint4Y" fmla="*/ 1065942 h 1983559"/>
              <a:gd name="GluePoint5X" fmla="*/ 992059 w 992059"/>
              <a:gd name="GluePoint5Y" fmla="*/ 1077191 h 1983559"/>
              <a:gd name="GluePoint6X" fmla="*/ 756761 w 992059"/>
              <a:gd name="GluePoint6Y" fmla="*/ 1983559 h 1983559"/>
              <a:gd name="GluePoint7X" fmla="*/ 720309 w 992059"/>
              <a:gd name="GluePoint7Y" fmla="*/ 1922343 h 1983559"/>
              <a:gd name="GluePoint8X" fmla="*/ 431220 w 992059"/>
              <a:gd name="GluePoint8Y" fmla="*/ 1278619 h 1983559"/>
              <a:gd name="GluePoint9X" fmla="*/ 81802 w 992059"/>
              <a:gd name="GluePoint9Y" fmla="*/ 502931 h 1983559"/>
              <a:gd name="GluePoint10X" fmla="*/ 0 w 992059"/>
              <a:gd name="GluePoint10Y" fmla="*/ 378073 h 1983559"/>
              <a:gd name="GluePoint11X" fmla="*/ 463557 w 992059"/>
              <a:gd name="GluePoint11Y" fmla="*/ 0 h 198355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82" name="Forma libre: Forma 24"/>
          <p:cNvSpPr/>
          <p:nvPr/>
        </p:nvSpPr>
        <p:spPr>
          <a:xfrm rot="20727000">
            <a:off x="9463320" y="2837520"/>
            <a:ext cx="978840" cy="1768320"/>
          </a:xfrm>
          <a:custGeom>
            <a:avLst/>
            <a:gdLst>
              <a:gd name="textAreaLeft" fmla="*/ 0 w 978840"/>
              <a:gd name="textAreaRight" fmla="*/ 979200 w 978840"/>
              <a:gd name="textAreaTop" fmla="*/ 0 h 1768320"/>
              <a:gd name="textAreaBottom" fmla="*/ 1768680 h 1768320"/>
              <a:gd name="GluePoint1X" fmla="*/ 591148 w 979174"/>
              <a:gd name="GluePoint1Y" fmla="*/ 0 h 1768709"/>
              <a:gd name="GluePoint2X" fmla="*/ 591115 w 979174"/>
              <a:gd name="GluePoint2Y" fmla="*/ 12632 h 1768709"/>
              <a:gd name="GluePoint3X" fmla="*/ 793805 w 979174"/>
              <a:gd name="GluePoint3Y" fmla="*/ 1031619 h 1768709"/>
              <a:gd name="GluePoint4X" fmla="*/ 832761 w 979174"/>
              <a:gd name="GluePoint4Y" fmla="*/ 1151073 h 1768709"/>
              <a:gd name="GluePoint5X" fmla="*/ 974124 w 979174"/>
              <a:gd name="GluePoint5Y" fmla="*/ 1642479 h 1768709"/>
              <a:gd name="GluePoint6X" fmla="*/ 979174 w 979174"/>
              <a:gd name="GluePoint6Y" fmla="*/ 1672965 h 1768709"/>
              <a:gd name="GluePoint7X" fmla="*/ 390203 w 979174"/>
              <a:gd name="GluePoint7Y" fmla="*/ 1768709 h 1768709"/>
              <a:gd name="GluePoint8X" fmla="*/ 386963 w 979174"/>
              <a:gd name="GluePoint8Y" fmla="*/ 1749813 h 1768709"/>
              <a:gd name="GluePoint9X" fmla="*/ 265897 w 979174"/>
              <a:gd name="GluePoint9Y" fmla="*/ 1335114 h 1768709"/>
              <a:gd name="GluePoint10X" fmla="*/ 222902 w 979174"/>
              <a:gd name="GluePoint10Y" fmla="*/ 1203003 h 1768709"/>
              <a:gd name="GluePoint11X" fmla="*/ 9089 w 979174"/>
              <a:gd name="GluePoint11Y" fmla="*/ 237222 h 1768709"/>
              <a:gd name="GluePoint12X" fmla="*/ 0 w 979174"/>
              <a:gd name="GluePoint12Y" fmla="*/ 96098 h 1768709"/>
              <a:gd name="GluePoint13X" fmla="*/ 591148 w 979174"/>
              <a:gd name="GluePoint13Y" fmla="*/ 0 h 176870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83" name="Forma libre: Forma 23"/>
          <p:cNvSpPr/>
          <p:nvPr/>
        </p:nvSpPr>
        <p:spPr>
          <a:xfrm rot="20727000">
            <a:off x="8263440" y="5556240"/>
            <a:ext cx="1072800" cy="1459440"/>
          </a:xfrm>
          <a:custGeom>
            <a:avLst/>
            <a:gdLst>
              <a:gd name="textAreaLeft" fmla="*/ 0 w 1072800"/>
              <a:gd name="textAreaRight" fmla="*/ 1073160 w 1072800"/>
              <a:gd name="textAreaTop" fmla="*/ 0 h 1459440"/>
              <a:gd name="textAreaBottom" fmla="*/ 1459800 h 1459440"/>
              <a:gd name="GluePoint1X" fmla="*/ 596191 w 1072985"/>
              <a:gd name="GluePoint1Y" fmla="*/ 0 h 1459958"/>
              <a:gd name="GluePoint2X" fmla="*/ 596974 w 1072985"/>
              <a:gd name="GluePoint2Y" fmla="*/ 19202 h 1459958"/>
              <a:gd name="GluePoint3X" fmla="*/ 697179 w 1072985"/>
              <a:gd name="GluePoint3Y" fmla="*/ 510926 h 1459958"/>
              <a:gd name="GluePoint4X" fmla="*/ 1043445 w 1072985"/>
              <a:gd name="GluePoint4Y" fmla="*/ 1358352 h 1459958"/>
              <a:gd name="GluePoint5X" fmla="*/ 1065276 w 1072985"/>
              <a:gd name="GluePoint5Y" fmla="*/ 1414826 h 1459958"/>
              <a:gd name="GluePoint6X" fmla="*/ 1072985 w 1072985"/>
              <a:gd name="GluePoint6Y" fmla="*/ 1459958 h 1459958"/>
              <a:gd name="GluePoint7X" fmla="*/ 344358 w 1072985"/>
              <a:gd name="GluePoint7Y" fmla="*/ 1270802 h 1459958"/>
              <a:gd name="GluePoint8X" fmla="*/ 327772 w 1072985"/>
              <a:gd name="GluePoint8Y" fmla="*/ 1232901 h 1459958"/>
              <a:gd name="GluePoint9X" fmla="*/ 124716 w 1072985"/>
              <a:gd name="GluePoint9Y" fmla="*/ 678776 h 1459958"/>
              <a:gd name="GluePoint10X" fmla="*/ 2249 w 1072985"/>
              <a:gd name="GluePoint10Y" fmla="*/ 67074 h 1459958"/>
              <a:gd name="GluePoint11X" fmla="*/ 0 w 1072985"/>
              <a:gd name="GluePoint11Y" fmla="*/ 0 h 1459958"/>
              <a:gd name="GluePoint12X" fmla="*/ 596191 w 1072985"/>
              <a:gd name="GluePoint12Y" fmla="*/ 0 h 14599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solidFill>
            <a:srgbClr val="ff3c4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84" name="Forma libre: Forma 21"/>
          <p:cNvSpPr/>
          <p:nvPr/>
        </p:nvSpPr>
        <p:spPr>
          <a:xfrm rot="20727000">
            <a:off x="8969040" y="715680"/>
            <a:ext cx="2572920" cy="2078640"/>
          </a:xfrm>
          <a:custGeom>
            <a:avLst/>
            <a:gdLst>
              <a:gd name="textAreaLeft" fmla="*/ 0 w 2572920"/>
              <a:gd name="textAreaRight" fmla="*/ 2573280 w 2572920"/>
              <a:gd name="textAreaTop" fmla="*/ 0 h 2078640"/>
              <a:gd name="textAreaBottom" fmla="*/ 2079000 h 2078640"/>
              <a:gd name="GluePoint1X" fmla="*/ 1722891 w 2573395"/>
              <a:gd name="GluePoint1Y" fmla="*/ 39225 h 2078966"/>
              <a:gd name="GluePoint2X" fmla="*/ 1837361 w 2573395"/>
              <a:gd name="GluePoint2Y" fmla="*/ 75678 h 2078966"/>
              <a:gd name="GluePoint3X" fmla="*/ 2489981 w 2573395"/>
              <a:gd name="GluePoint3Y" fmla="*/ 563842 h 2078966"/>
              <a:gd name="GluePoint4X" fmla="*/ 2573395 w 2573395"/>
              <a:gd name="GluePoint4Y" fmla="*/ 674430 h 2078966"/>
              <a:gd name="GluePoint5X" fmla="*/ 2109838 w 2573395"/>
              <a:gd name="GluePoint5Y" fmla="*/ 1052503 h 2078966"/>
              <a:gd name="GluePoint6X" fmla="*/ 2075704 w 2573395"/>
              <a:gd name="GluePoint6Y" fmla="*/ 1000403 h 2078966"/>
              <a:gd name="GluePoint7X" fmla="*/ 1632807 w 2573395"/>
              <a:gd name="GluePoint7Y" fmla="*/ 635519 h 2078966"/>
              <a:gd name="GluePoint8X" fmla="*/ 1203872 w 2573395"/>
              <a:gd name="GluePoint8Y" fmla="*/ 652274 h 2078966"/>
              <a:gd name="GluePoint9X" fmla="*/ 673230 w 2573395"/>
              <a:gd name="GluePoint9Y" fmla="*/ 1360591 h 2078966"/>
              <a:gd name="GluePoint10X" fmla="*/ 601160 w 2573395"/>
              <a:gd name="GluePoint10Y" fmla="*/ 1780621 h 2078966"/>
              <a:gd name="GluePoint11X" fmla="*/ 600635 w 2573395"/>
              <a:gd name="GluePoint11Y" fmla="*/ 1982868 h 2078966"/>
              <a:gd name="GluePoint12X" fmla="*/ 9487 w 2573395"/>
              <a:gd name="GluePoint12Y" fmla="*/ 2078966 h 2078966"/>
              <a:gd name="GluePoint13X" fmla="*/ 492 w 2573395"/>
              <a:gd name="GluePoint13Y" fmla="*/ 1939301 h 2078966"/>
              <a:gd name="GluePoint14X" fmla="*/ 102614 w 2573395"/>
              <a:gd name="GluePoint14Y" fmla="*/ 1179853 h 2078966"/>
              <a:gd name="GluePoint15X" fmla="*/ 938214 w 2573395"/>
              <a:gd name="GluePoint15Y" fmla="*/ 115582 h 2078966"/>
              <a:gd name="GluePoint16X" fmla="*/ 1722891 w 2573395"/>
              <a:gd name="GluePoint16Y" fmla="*/ 39225 h 207896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385" name="Forma libre: Forma 18"/>
          <p:cNvSpPr/>
          <p:nvPr/>
        </p:nvSpPr>
        <p:spPr>
          <a:xfrm rot="20727000">
            <a:off x="7964640" y="4290120"/>
            <a:ext cx="2825280" cy="1494000"/>
          </a:xfrm>
          <a:custGeom>
            <a:avLst/>
            <a:gdLst>
              <a:gd name="textAreaLeft" fmla="*/ 0 w 2825280"/>
              <a:gd name="textAreaRight" fmla="*/ 2825640 w 2825280"/>
              <a:gd name="textAreaTop" fmla="*/ 0 h 1494000"/>
              <a:gd name="textAreaBottom" fmla="*/ 1494360 h 1494000"/>
              <a:gd name="GluePoint1X" fmla="*/ 2789668 w 2825573"/>
              <a:gd name="GluePoint1Y" fmla="*/ 407411 h 1494453"/>
              <a:gd name="GluePoint2X" fmla="*/ 2814925 w 2825573"/>
              <a:gd name="GluePoint2Y" fmla="*/ 559891 h 1494453"/>
              <a:gd name="GluePoint3X" fmla="*/ 2799860 w 2825573"/>
              <a:gd name="GluePoint3Y" fmla="*/ 964836 h 1494453"/>
              <a:gd name="GluePoint4X" fmla="*/ 2555738 w 2825573"/>
              <a:gd name="GluePoint4Y" fmla="*/ 1356826 h 1494453"/>
              <a:gd name="GluePoint5X" fmla="*/ 1822418 w 2825573"/>
              <a:gd name="GluePoint5Y" fmla="*/ 1393050 h 1494453"/>
              <a:gd name="GluePoint6X" fmla="*/ 1351146 w 2825573"/>
              <a:gd name="GluePoint6Y" fmla="*/ 983486 h 1494453"/>
              <a:gd name="GluePoint7X" fmla="*/ 807015 w 2825573"/>
              <a:gd name="GluePoint7Y" fmla="*/ 604026 h 1494453"/>
              <a:gd name="GluePoint8X" fmla="*/ 635206 w 2825573"/>
              <a:gd name="GluePoint8Y" fmla="*/ 759302 h 1494453"/>
              <a:gd name="GluePoint9X" fmla="*/ 596408 w 2825573"/>
              <a:gd name="GluePoint9Y" fmla="*/ 999168 h 1494453"/>
              <a:gd name="GluePoint10X" fmla="*/ 599738 w 2825573"/>
              <a:gd name="GluePoint10Y" fmla="*/ 1080941 h 1494453"/>
              <a:gd name="GluePoint11X" fmla="*/ 3547 w 2825573"/>
              <a:gd name="GluePoint11Y" fmla="*/ 1080941 h 1494453"/>
              <a:gd name="GluePoint12X" fmla="*/ 0 w 2825573"/>
              <a:gd name="GluePoint12Y" fmla="*/ 975157 h 1494453"/>
              <a:gd name="GluePoint13X" fmla="*/ 82158 w 2825573"/>
              <a:gd name="GluePoint13Y" fmla="*/ 530991 h 1494453"/>
              <a:gd name="GluePoint14X" fmla="*/ 615686 w 2825573"/>
              <a:gd name="GluePoint14Y" fmla="*/ 37448 h 1494453"/>
              <a:gd name="GluePoint15X" fmla="*/ 1320052 w 2825573"/>
              <a:gd name="GluePoint15Y" fmla="*/ 157585 h 1494453"/>
              <a:gd name="GluePoint16X" fmla="*/ 1779841 w 2825573"/>
              <a:gd name="GluePoint16Y" fmla="*/ 569525 h 1494453"/>
              <a:gd name="GluePoint17X" fmla="*/ 2048302 w 2825573"/>
              <a:gd name="GluePoint17Y" fmla="*/ 827324 h 1494453"/>
              <a:gd name="GluePoint18X" fmla="*/ 2167658 w 2825573"/>
              <a:gd name="GluePoint18Y" fmla="*/ 896912 h 1494453"/>
              <a:gd name="GluePoint19X" fmla="*/ 2186045 w 2825573"/>
              <a:gd name="GluePoint19Y" fmla="*/ 884845 h 1494453"/>
              <a:gd name="GluePoint20X" fmla="*/ 2221632 w 2825573"/>
              <a:gd name="GluePoint20Y" fmla="*/ 625226 h 1494453"/>
              <a:gd name="GluePoint21X" fmla="*/ 2200697 w 2825573"/>
              <a:gd name="GluePoint21Y" fmla="*/ 503155 h 1494453"/>
              <a:gd name="GluePoint22X" fmla="*/ 2789668 w 2825573"/>
              <a:gd name="GluePoint22Y" fmla="*/ 407411 h 14944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Lst>
            <a:rect l="textAreaLeft" t="textAreaTop" r="textAreaRight" b="textAreaBottom"/>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s contenido">
    <p:bg>
      <p:bgPr>
        <a:solidFill>
          <a:srgbClr val="f7f7f7"/>
        </a:solidFill>
      </p:bgPr>
    </p:bg>
    <p:spTree>
      <p:nvGrpSpPr>
        <p:cNvPr id="1" name=""/>
        <p:cNvGrpSpPr/>
        <p:nvPr/>
      </p:nvGrpSpPr>
      <p:grpSpPr>
        <a:xfrm>
          <a:off x="0" y="0"/>
          <a:ext cx="0" cy="0"/>
          <a:chOff x="0" y="0"/>
          <a:chExt cx="0" cy="0"/>
        </a:xfrm>
      </p:grpSpPr>
      <p:sp>
        <p:nvSpPr>
          <p:cNvPr id="386" name="PlaceHolder 1"/>
          <p:cNvSpPr>
            <a:spLocks noGrp="1"/>
          </p:cNvSpPr>
          <p:nvPr>
            <p:ph type="title"/>
          </p:nvPr>
        </p:nvSpPr>
        <p:spPr>
          <a:xfrm>
            <a:off x="612720" y="635040"/>
            <a:ext cx="10944720" cy="1113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387" name="PlaceHolder 2"/>
          <p:cNvSpPr>
            <a:spLocks noGrp="1"/>
          </p:cNvSpPr>
          <p:nvPr>
            <p:ph type="body"/>
          </p:nvPr>
        </p:nvSpPr>
        <p:spPr>
          <a:xfrm>
            <a:off x="612720" y="2129400"/>
            <a:ext cx="5279040" cy="408996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388" name="PlaceHolder 3"/>
          <p:cNvSpPr>
            <a:spLocks noGrp="1"/>
          </p:cNvSpPr>
          <p:nvPr>
            <p:ph type="body"/>
          </p:nvPr>
        </p:nvSpPr>
        <p:spPr>
          <a:xfrm>
            <a:off x="6286680" y="2129400"/>
            <a:ext cx="5271120" cy="408996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389" name="PlaceHolder 4"/>
          <p:cNvSpPr>
            <a:spLocks noGrp="1"/>
          </p:cNvSpPr>
          <p:nvPr>
            <p:ph type="dt" idx="115"/>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90" name="PlaceHolder 5"/>
          <p:cNvSpPr>
            <a:spLocks noGrp="1"/>
          </p:cNvSpPr>
          <p:nvPr>
            <p:ph type="ftr" idx="116"/>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1" name="PlaceHolder 6"/>
          <p:cNvSpPr>
            <a:spLocks noGrp="1"/>
          </p:cNvSpPr>
          <p:nvPr>
            <p:ph type="sldNum" idx="117"/>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rgbClr val="f7f7f7"/>
        </a:solidFill>
      </p:bgPr>
    </p:bg>
    <p:spTree>
      <p:nvGrpSpPr>
        <p:cNvPr id="1" name=""/>
        <p:cNvGrpSpPr/>
        <p:nvPr/>
      </p:nvGrpSpPr>
      <p:grpSpPr>
        <a:xfrm>
          <a:off x="0" y="0"/>
          <a:ext cx="0" cy="0"/>
          <a:chOff x="0" y="0"/>
          <a:chExt cx="0" cy="0"/>
        </a:xfrm>
      </p:grpSpPr>
      <p:sp>
        <p:nvSpPr>
          <p:cNvPr id="392" name="PlaceHolder 1"/>
          <p:cNvSpPr>
            <a:spLocks noGrp="1"/>
          </p:cNvSpPr>
          <p:nvPr>
            <p:ph type="title"/>
          </p:nvPr>
        </p:nvSpPr>
        <p:spPr>
          <a:xfrm>
            <a:off x="633960" y="635040"/>
            <a:ext cx="10923480" cy="74628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393" name="PlaceHolder 2"/>
          <p:cNvSpPr>
            <a:spLocks noGrp="1"/>
          </p:cNvSpPr>
          <p:nvPr>
            <p:ph type="body"/>
          </p:nvPr>
        </p:nvSpPr>
        <p:spPr>
          <a:xfrm>
            <a:off x="633960" y="1748520"/>
            <a:ext cx="5259600" cy="609840"/>
          </a:xfrm>
          <a:prstGeom prst="rect">
            <a:avLst/>
          </a:prstGeom>
          <a:noFill/>
          <a:ln w="0">
            <a:noFill/>
          </a:ln>
        </p:spPr>
        <p:txBody>
          <a:bodyPr lIns="91440" rIns="91440" tIns="45720" bIns="45720" anchor="b">
            <a:normAutofit/>
          </a:bodyPr>
          <a:p>
            <a:pPr indent="0" defTabSz="914400">
              <a:lnSpc>
                <a:spcPct val="90000"/>
              </a:lnSpc>
              <a:spcBef>
                <a:spcPts val="1001"/>
              </a:spcBef>
              <a:spcAft>
                <a:spcPts val="601"/>
              </a:spcAft>
              <a:buNone/>
              <a:tabLst>
                <a:tab algn="l" pos="0"/>
              </a:tabLst>
            </a:pPr>
            <a:r>
              <a:rPr lang="es" sz="1600" b="1" u="none" spc="99" strike="noStrike" cap="all">
                <a:solidFill>
                  <a:schemeClr val="dk1"/>
                </a:solidFill>
                <a:effectLst/>
                <a:uFillTx/>
                <a:latin typeface="Verdana Pro Black"/>
              </a:rPr>
              <a:t>Haga clic para modificar los estilos de texto del patrón</a:t>
            </a:r>
            <a:endParaRPr lang="en-US" sz="1600" b="0" u="none" spc="99" strike="noStrike">
              <a:solidFill>
                <a:schemeClr val="dk1"/>
              </a:solidFill>
              <a:effectLst/>
              <a:uFillTx/>
              <a:latin typeface="Corbel"/>
            </a:endParaRPr>
          </a:p>
        </p:txBody>
      </p:sp>
      <p:sp>
        <p:nvSpPr>
          <p:cNvPr id="394" name="PlaceHolder 3"/>
          <p:cNvSpPr>
            <a:spLocks noGrp="1"/>
          </p:cNvSpPr>
          <p:nvPr>
            <p:ph type="body"/>
          </p:nvPr>
        </p:nvSpPr>
        <p:spPr>
          <a:xfrm>
            <a:off x="633960" y="2495160"/>
            <a:ext cx="5258880" cy="3724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395" name="PlaceHolder 4"/>
          <p:cNvSpPr>
            <a:spLocks noGrp="1"/>
          </p:cNvSpPr>
          <p:nvPr>
            <p:ph type="body"/>
          </p:nvPr>
        </p:nvSpPr>
        <p:spPr>
          <a:xfrm>
            <a:off x="6280560" y="1748520"/>
            <a:ext cx="5277240" cy="609840"/>
          </a:xfrm>
          <a:prstGeom prst="rect">
            <a:avLst/>
          </a:prstGeom>
          <a:noFill/>
          <a:ln w="0">
            <a:noFill/>
          </a:ln>
        </p:spPr>
        <p:txBody>
          <a:bodyPr lIns="91440" rIns="91440" tIns="45720" bIns="45720" anchor="b">
            <a:normAutofit/>
          </a:bodyPr>
          <a:p>
            <a:pPr indent="0" defTabSz="914400">
              <a:lnSpc>
                <a:spcPct val="90000"/>
              </a:lnSpc>
              <a:spcBef>
                <a:spcPts val="1001"/>
              </a:spcBef>
              <a:spcAft>
                <a:spcPts val="601"/>
              </a:spcAft>
              <a:buNone/>
              <a:tabLst>
                <a:tab algn="l" pos="0"/>
              </a:tabLst>
            </a:pPr>
            <a:r>
              <a:rPr lang="es" sz="1600" b="1" u="none" spc="99" strike="noStrike" cap="all">
                <a:solidFill>
                  <a:schemeClr val="dk1"/>
                </a:solidFill>
                <a:effectLst/>
                <a:uFillTx/>
                <a:latin typeface="Verdana Pro Black"/>
              </a:rPr>
              <a:t>Haga clic para modificar los estilos de texto del patrón</a:t>
            </a:r>
            <a:endParaRPr lang="en-US" sz="1600" b="0" u="none" spc="99" strike="noStrike">
              <a:solidFill>
                <a:schemeClr val="dk1"/>
              </a:solidFill>
              <a:effectLst/>
              <a:uFillTx/>
              <a:latin typeface="Corbel"/>
            </a:endParaRPr>
          </a:p>
        </p:txBody>
      </p:sp>
      <p:sp>
        <p:nvSpPr>
          <p:cNvPr id="396" name="PlaceHolder 5"/>
          <p:cNvSpPr>
            <a:spLocks noGrp="1"/>
          </p:cNvSpPr>
          <p:nvPr>
            <p:ph type="body"/>
          </p:nvPr>
        </p:nvSpPr>
        <p:spPr>
          <a:xfrm>
            <a:off x="6280560" y="2495160"/>
            <a:ext cx="5277240" cy="372420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397" name="PlaceHolder 6"/>
          <p:cNvSpPr>
            <a:spLocks noGrp="1"/>
          </p:cNvSpPr>
          <p:nvPr>
            <p:ph type="dt" idx="118"/>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398" name="PlaceHolder 7"/>
          <p:cNvSpPr>
            <a:spLocks noGrp="1"/>
          </p:cNvSpPr>
          <p:nvPr>
            <p:ph type="ftr" idx="119"/>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9" name="PlaceHolder 8"/>
          <p:cNvSpPr>
            <a:spLocks noGrp="1"/>
          </p:cNvSpPr>
          <p:nvPr>
            <p:ph type="sldNum" idx="120"/>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bg>
      <p:bgPr>
        <a:solidFill>
          <a:srgbClr val="f7f7f7"/>
        </a:solidFill>
      </p:bgPr>
    </p:bg>
    <p:spTree>
      <p:nvGrpSpPr>
        <p:cNvPr id="1" name=""/>
        <p:cNvGrpSpPr/>
        <p:nvPr/>
      </p:nvGrpSpPr>
      <p:grpSpPr>
        <a:xfrm>
          <a:off x="0" y="0"/>
          <a:ext cx="0" cy="0"/>
          <a:chOff x="0" y="0"/>
          <a:chExt cx="0" cy="0"/>
        </a:xfrm>
      </p:grpSpPr>
      <p:sp>
        <p:nvSpPr>
          <p:cNvPr id="400" name="PlaceHolder 1"/>
          <p:cNvSpPr>
            <a:spLocks noGrp="1"/>
          </p:cNvSpPr>
          <p:nvPr>
            <p:ph type="title"/>
          </p:nvPr>
        </p:nvSpPr>
        <p:spPr>
          <a:xfrm>
            <a:off x="633960" y="635040"/>
            <a:ext cx="10923480" cy="1113120"/>
          </a:xfrm>
          <a:prstGeom prst="rect">
            <a:avLst/>
          </a:prstGeom>
          <a:noFill/>
          <a:ln w="0">
            <a:noFill/>
          </a:ln>
        </p:spPr>
        <p:txBody>
          <a:bodyPr lIns="91440" rIns="91440" tIns="45720" bIns="45720" anchor="t">
            <a:no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401" name="PlaceHolder 2"/>
          <p:cNvSpPr>
            <a:spLocks noGrp="1"/>
          </p:cNvSpPr>
          <p:nvPr>
            <p:ph type="dt" idx="121"/>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402" name="PlaceHolder 3"/>
          <p:cNvSpPr>
            <a:spLocks noGrp="1"/>
          </p:cNvSpPr>
          <p:nvPr>
            <p:ph type="ftr" idx="122"/>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03" name="PlaceHolder 4"/>
          <p:cNvSpPr>
            <a:spLocks noGrp="1"/>
          </p:cNvSpPr>
          <p:nvPr>
            <p:ph type="sldNum" idx="123"/>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acío">
    <p:bg>
      <p:bgPr>
        <a:solidFill>
          <a:srgbClr val="f7f7f7"/>
        </a:solidFill>
      </p:bgPr>
    </p:bg>
    <p:spTree>
      <p:nvGrpSpPr>
        <p:cNvPr id="1" name=""/>
        <p:cNvGrpSpPr/>
        <p:nvPr/>
      </p:nvGrpSpPr>
      <p:grpSpPr>
        <a:xfrm>
          <a:off x="0" y="0"/>
          <a:ext cx="0" cy="0"/>
          <a:chOff x="0" y="0"/>
          <a:chExt cx="0" cy="0"/>
        </a:xfrm>
      </p:grpSpPr>
      <p:sp>
        <p:nvSpPr>
          <p:cNvPr id="404" name="PlaceHolder 1"/>
          <p:cNvSpPr>
            <a:spLocks noGrp="1"/>
          </p:cNvSpPr>
          <p:nvPr>
            <p:ph type="dt" idx="124"/>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405" name="PlaceHolder 2"/>
          <p:cNvSpPr>
            <a:spLocks noGrp="1"/>
          </p:cNvSpPr>
          <p:nvPr>
            <p:ph type="ftr" idx="125"/>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06" name="PlaceHolder 3"/>
          <p:cNvSpPr>
            <a:spLocks noGrp="1"/>
          </p:cNvSpPr>
          <p:nvPr>
            <p:ph type="sldNum" idx="126"/>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solidFill>
          <a:srgbClr val="f7f7f7"/>
        </a:solidFill>
      </p:bgPr>
    </p:bg>
    <p:spTree>
      <p:nvGrpSpPr>
        <p:cNvPr id="1" name=""/>
        <p:cNvGrpSpPr/>
        <p:nvPr/>
      </p:nvGrpSpPr>
      <p:grpSpPr>
        <a:xfrm>
          <a:off x="0" y="0"/>
          <a:ext cx="0" cy="0"/>
          <a:chOff x="0" y="0"/>
          <a:chExt cx="0" cy="0"/>
        </a:xfrm>
      </p:grpSpPr>
      <p:sp>
        <p:nvSpPr>
          <p:cNvPr id="407" name="PlaceHolder 1"/>
          <p:cNvSpPr>
            <a:spLocks noGrp="1"/>
          </p:cNvSpPr>
          <p:nvPr>
            <p:ph type="title"/>
          </p:nvPr>
        </p:nvSpPr>
        <p:spPr>
          <a:xfrm>
            <a:off x="633960" y="635040"/>
            <a:ext cx="4328280" cy="2238480"/>
          </a:xfrm>
          <a:prstGeom prst="rect">
            <a:avLst/>
          </a:prstGeom>
          <a:noFill/>
          <a:ln w="0">
            <a:noFill/>
          </a:ln>
        </p:spPr>
        <p:txBody>
          <a:bodyPr lIns="91440" rIns="91440" tIns="45720" bIns="45720" anchor="t">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408" name="PlaceHolder 2"/>
          <p:cNvSpPr>
            <a:spLocks noGrp="1"/>
          </p:cNvSpPr>
          <p:nvPr>
            <p:ph type="body"/>
          </p:nvPr>
        </p:nvSpPr>
        <p:spPr>
          <a:xfrm>
            <a:off x="633960" y="3242880"/>
            <a:ext cx="4328280" cy="2976480"/>
          </a:xfrm>
          <a:prstGeom prst="rect">
            <a:avLst/>
          </a:prstGeom>
          <a:noFill/>
          <a:ln w="0">
            <a:noFill/>
          </a:ln>
        </p:spPr>
        <p:txBody>
          <a:bodyPr lIns="91440" rIns="91440" tIns="45720" bIns="45720" anchor="b">
            <a:noAutofit/>
          </a:bodyPr>
          <a:p>
            <a:pPr indent="0" defTabSz="914400">
              <a:lnSpc>
                <a:spcPct val="120000"/>
              </a:lnSpc>
              <a:spcBef>
                <a:spcPts val="1001"/>
              </a:spcBef>
              <a:spcAft>
                <a:spcPts val="601"/>
              </a:spcAft>
              <a:buNone/>
              <a:tabLst>
                <a:tab algn="l" pos="0"/>
              </a:tabLst>
            </a:pPr>
            <a:r>
              <a:rPr lang="es" sz="1600" b="0" u="none" spc="99" strike="noStrike">
                <a:solidFill>
                  <a:schemeClr val="dk1"/>
                </a:solidFill>
                <a:effectLst/>
                <a:uFillTx/>
                <a:latin typeface="Corbel"/>
              </a:rPr>
              <a:t>Haga clic para modificar los estilos de texto del patrón</a:t>
            </a:r>
            <a:endParaRPr lang="en-US" sz="1600" b="0" u="none" spc="99" strike="noStrike">
              <a:solidFill>
                <a:schemeClr val="dk1"/>
              </a:solidFill>
              <a:effectLst/>
              <a:uFillTx/>
              <a:latin typeface="Corbel"/>
            </a:endParaRPr>
          </a:p>
        </p:txBody>
      </p:sp>
      <p:sp>
        <p:nvSpPr>
          <p:cNvPr id="409" name="PlaceHolder 3"/>
          <p:cNvSpPr>
            <a:spLocks noGrp="1"/>
          </p:cNvSpPr>
          <p:nvPr>
            <p:ph type="body"/>
          </p:nvPr>
        </p:nvSpPr>
        <p:spPr>
          <a:xfrm>
            <a:off x="5134680" y="635040"/>
            <a:ext cx="6422760" cy="558432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s" sz="1400" b="0" u="none" spc="99" strike="noStrike">
                <a:solidFill>
                  <a:schemeClr val="dk1"/>
                </a:solidFill>
                <a:effectLst/>
                <a:uFillTx/>
                <a:latin typeface="Corbel"/>
              </a:rPr>
              <a:t>Haga clic para modificar los estilos de texto del patrón</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Segundo nivel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Tercer nivel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Cuarto nivel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s" sz="1400" b="0" u="none" spc="99" strike="noStrike">
                <a:solidFill>
                  <a:schemeClr val="dk1"/>
                </a:solidFill>
                <a:effectLst/>
                <a:uFillTx/>
                <a:latin typeface="Corbel"/>
              </a:rPr>
              <a:t>Quinto nivel</a:t>
            </a:r>
            <a:endParaRPr lang="en-US" sz="1400" b="0" u="none" spc="99" strike="noStrike">
              <a:solidFill>
                <a:schemeClr val="dk1"/>
              </a:solidFill>
              <a:effectLst/>
              <a:uFillTx/>
              <a:latin typeface="Corbel"/>
            </a:endParaRPr>
          </a:p>
        </p:txBody>
      </p:sp>
      <p:sp>
        <p:nvSpPr>
          <p:cNvPr id="410" name="PlaceHolder 4"/>
          <p:cNvSpPr>
            <a:spLocks noGrp="1"/>
          </p:cNvSpPr>
          <p:nvPr>
            <p:ph type="dt" idx="127"/>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411" name="PlaceHolder 5"/>
          <p:cNvSpPr>
            <a:spLocks noGrp="1"/>
          </p:cNvSpPr>
          <p:nvPr>
            <p:ph type="ftr" idx="128"/>
          </p:nvPr>
        </p:nvSpPr>
        <p:spPr>
          <a:xfrm>
            <a:off x="4038480" y="6426720"/>
            <a:ext cx="4114440" cy="430920"/>
          </a:xfrm>
          <a:prstGeom prst="rect">
            <a:avLst/>
          </a:prstGeom>
          <a:noFill/>
          <a:ln w="0">
            <a:noFill/>
          </a:ln>
        </p:spPr>
        <p:txBody>
          <a:bodyPr lIns="91440" rIns="91440" tIns="45720" bIns="45720" anchor="ctr">
            <a:noAutofit/>
          </a:bodyPr>
          <a:lstStyle>
            <a:lvl1pPr indent="0" algn="ctr" defTabSz="914400">
              <a:lnSpc>
                <a:spcPct val="100000"/>
              </a:lnSpc>
              <a:buNone/>
              <a:defRPr lang="es" sz="1200" b="0" u="none" strike="noStrike">
                <a:solidFill>
                  <a:schemeClr val="dk1"/>
                </a:solidFill>
                <a:effectLst/>
                <a:uFillTx/>
                <a:latin typeface="Corbel"/>
              </a:defRPr>
            </a:lvl1pPr>
          </a:lstStyle>
          <a:p>
            <a:pPr indent="0" algn="ctr" defTabSz="914400">
              <a:lnSpc>
                <a:spcPct val="100000"/>
              </a:lnSpc>
              <a:buNone/>
            </a:pPr>
            <a:r>
              <a:rPr lang="es" sz="1200" b="0" u="none" strike="noStrike">
                <a:solidFill>
                  <a:schemeClr val="dk1"/>
                </a:solidFill>
                <a:effectLst/>
                <a:uFillTx/>
                <a:latin typeface="Corbel"/>
              </a:rPr>
              <a:t>&lt;pie de página&gt;</a:t>
            </a:r>
            <a:endParaRPr lang="es-ES" sz="1200" b="0" u="none" strike="noStrike">
              <a:solidFill>
                <a:srgbClr val="000000"/>
              </a:solidFill>
              <a:effectLst/>
              <a:uFillTx/>
              <a:latin typeface="Times New Roman"/>
            </a:endParaRPr>
          </a:p>
        </p:txBody>
      </p:sp>
      <p:sp>
        <p:nvSpPr>
          <p:cNvPr id="412" name="PlaceHolder 6"/>
          <p:cNvSpPr>
            <a:spLocks noGrp="1"/>
          </p:cNvSpPr>
          <p:nvPr>
            <p:ph type="sldNum" idx="129"/>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leyenda">
    <p:bg>
      <p:bgPr>
        <a:solidFill>
          <a:srgbClr val="f7f7f7"/>
        </a:solidFill>
      </p:bgPr>
    </p:bg>
    <p:spTree>
      <p:nvGrpSpPr>
        <p:cNvPr id="1" name=""/>
        <p:cNvGrpSpPr/>
        <p:nvPr/>
      </p:nvGrpSpPr>
      <p:grpSpPr>
        <a:xfrm>
          <a:off x="0" y="0"/>
          <a:ext cx="0" cy="0"/>
          <a:chOff x="0" y="0"/>
          <a:chExt cx="0" cy="0"/>
        </a:xfrm>
      </p:grpSpPr>
      <p:sp>
        <p:nvSpPr>
          <p:cNvPr id="413" name="PlaceHolder 1"/>
          <p:cNvSpPr>
            <a:spLocks noGrp="1"/>
          </p:cNvSpPr>
          <p:nvPr>
            <p:ph type="title"/>
          </p:nvPr>
        </p:nvSpPr>
        <p:spPr>
          <a:xfrm>
            <a:off x="633960" y="635040"/>
            <a:ext cx="4328280" cy="2238480"/>
          </a:xfrm>
          <a:prstGeom prst="rect">
            <a:avLst/>
          </a:prstGeom>
          <a:noFill/>
          <a:ln w="0">
            <a:noFill/>
          </a:ln>
        </p:spPr>
        <p:txBody>
          <a:bodyPr lIns="91440" rIns="91440" tIns="45720" bIns="45720" anchor="t">
            <a:normAutofit/>
          </a:bodyPr>
          <a:p>
            <a:pPr indent="0" defTabSz="914400">
              <a:lnSpc>
                <a:spcPct val="90000"/>
              </a:lnSpc>
              <a:buNone/>
            </a:pPr>
            <a:r>
              <a:rPr lang="es" sz="2800" b="0" u="none" strike="noStrike" cap="all">
                <a:solidFill>
                  <a:schemeClr val="dk1"/>
                </a:solidFill>
                <a:effectLst/>
                <a:uFillTx/>
                <a:latin typeface="Verdana Pro Black"/>
              </a:rPr>
              <a:t>Haga clic para modificar el estilo de título del patrón</a:t>
            </a:r>
            <a:endParaRPr lang="en-US" sz="2800" b="0" u="none" strike="noStrike">
              <a:solidFill>
                <a:schemeClr val="dk1"/>
              </a:solidFill>
              <a:effectLst/>
              <a:uFillTx/>
              <a:latin typeface="Corbel"/>
            </a:endParaRPr>
          </a:p>
        </p:txBody>
      </p:sp>
      <p:sp>
        <p:nvSpPr>
          <p:cNvPr id="414" name="PlaceHolder 2"/>
          <p:cNvSpPr>
            <a:spLocks noGrp="1"/>
          </p:cNvSpPr>
          <p:nvPr>
            <p:ph type="body"/>
          </p:nvPr>
        </p:nvSpPr>
        <p:spPr>
          <a:xfrm>
            <a:off x="633960" y="3242880"/>
            <a:ext cx="4328280" cy="2976480"/>
          </a:xfrm>
          <a:prstGeom prst="rect">
            <a:avLst/>
          </a:prstGeom>
          <a:noFill/>
          <a:ln w="0">
            <a:noFill/>
          </a:ln>
        </p:spPr>
        <p:txBody>
          <a:bodyPr lIns="91440" rIns="91440" tIns="45720" bIns="45720" anchor="b">
            <a:noAutofit/>
          </a:bodyPr>
          <a:p>
            <a:pPr indent="0" defTabSz="914400">
              <a:lnSpc>
                <a:spcPct val="120000"/>
              </a:lnSpc>
              <a:spcBef>
                <a:spcPts val="1001"/>
              </a:spcBef>
              <a:spcAft>
                <a:spcPts val="601"/>
              </a:spcAft>
              <a:buNone/>
              <a:tabLst>
                <a:tab algn="l" pos="0"/>
              </a:tabLst>
            </a:pPr>
            <a:r>
              <a:rPr lang="es" sz="1600" b="0" u="none" spc="99" strike="noStrike">
                <a:solidFill>
                  <a:schemeClr val="dk1"/>
                </a:solidFill>
                <a:effectLst/>
                <a:uFillTx/>
                <a:latin typeface="Corbel"/>
              </a:rPr>
              <a:t>Haga clic para modificar los estilos de texto del patrón</a:t>
            </a:r>
            <a:endParaRPr lang="en-US" sz="1600" b="0" u="none" spc="99" strike="noStrike">
              <a:solidFill>
                <a:schemeClr val="dk1"/>
              </a:solidFill>
              <a:effectLst/>
              <a:uFillTx/>
              <a:latin typeface="Corbel"/>
            </a:endParaRPr>
          </a:p>
        </p:txBody>
      </p:sp>
      <p:sp>
        <p:nvSpPr>
          <p:cNvPr id="415" name="PlaceHolder 3"/>
          <p:cNvSpPr>
            <a:spLocks noGrp="1"/>
          </p:cNvSpPr>
          <p:nvPr>
            <p:ph type="body"/>
          </p:nvPr>
        </p:nvSpPr>
        <p:spPr>
          <a:xfrm>
            <a:off x="5445360" y="635040"/>
            <a:ext cx="6112440" cy="5584320"/>
          </a:xfrm>
          <a:prstGeom prst="rect">
            <a:avLst/>
          </a:prstGeom>
          <a:blipFill rotWithShape="0">
            <a:blip r:embed="rId2">
              <a:alphaModFix amt="85000"/>
            </a:blip>
            <a:stretch/>
          </a:blipFill>
          <a:ln w="0">
            <a:noFill/>
          </a:ln>
        </p:spPr>
        <p:txBody>
          <a:bodyPr lIns="90000" rIns="90000" tIns="45000" bIns="45000" anchor="t">
            <a:noAutofit/>
          </a:bodyPr>
          <a:p>
            <a:pPr indent="0" defTabSz="914400">
              <a:lnSpc>
                <a:spcPct val="100000"/>
              </a:lnSpc>
              <a:buNone/>
            </a:pPr>
            <a:r>
              <a:rPr lang="es" sz="1800" b="0" u="none" strike="noStrike">
                <a:solidFill>
                  <a:schemeClr val="dk1"/>
                </a:solidFill>
                <a:effectLst/>
                <a:uFillTx/>
                <a:latin typeface="Corbel"/>
              </a:rPr>
              <a:t>   </a:t>
            </a:r>
            <a:endParaRPr lang="en-US" sz="1800" b="0" u="none" spc="99" strike="noStrike">
              <a:solidFill>
                <a:schemeClr val="dk1"/>
              </a:solidFill>
              <a:effectLst/>
              <a:uFillTx/>
              <a:latin typeface="Corbel"/>
            </a:endParaRPr>
          </a:p>
        </p:txBody>
      </p:sp>
      <p:sp>
        <p:nvSpPr>
          <p:cNvPr id="416" name="PlaceHolder 4"/>
          <p:cNvSpPr>
            <a:spLocks noGrp="1"/>
          </p:cNvSpPr>
          <p:nvPr>
            <p:ph type="dt" idx="130"/>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solidFill>
                <a:effectLst/>
                <a:uFillTx/>
                <a:latin typeface="Corbel"/>
              </a:defRPr>
            </a:lvl1pPr>
          </a:lstStyle>
          <a:p>
            <a:pPr indent="0" defTabSz="914400">
              <a:lnSpc>
                <a:spcPct val="100000"/>
              </a:lnSpc>
              <a:buNone/>
            </a:pPr>
            <a:r>
              <a:rPr lang="en-US" sz="1200" b="0" u="none" strike="noStrike">
                <a:solidFill>
                  <a:schemeClr val="dk1"/>
                </a:solidFill>
                <a:effectLst/>
                <a:uFillTx/>
                <a:latin typeface="Corbel"/>
              </a:rPr>
              <a:t>&lt;fecha/hora&gt;</a:t>
            </a:r>
            <a:endParaRPr lang="es-ES" sz="1200" b="0" u="none" strike="noStrike">
              <a:solidFill>
                <a:srgbClr val="000000"/>
              </a:solidFill>
              <a:effectLst/>
              <a:uFillTx/>
              <a:latin typeface="Times New Roman"/>
            </a:endParaRPr>
          </a:p>
        </p:txBody>
      </p:sp>
      <p:sp>
        <p:nvSpPr>
          <p:cNvPr id="417" name="PlaceHolder 5"/>
          <p:cNvSpPr>
            <a:spLocks noGrp="1"/>
          </p:cNvSpPr>
          <p:nvPr>
            <p:ph type="ftr" idx="131"/>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8" name="PlaceHolder 6"/>
          <p:cNvSpPr>
            <a:spLocks noGrp="1"/>
          </p:cNvSpPr>
          <p:nvPr>
            <p:ph type="sldNum" idx="132"/>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000000"/>
              </a:solidFill>
              <a:effectLst/>
              <a:uFillTx/>
              <a:latin typeface="Times New Roman"/>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clusión">
    <p:bg>
      <p:bgPr>
        <a:solidFill>
          <a:srgbClr val="3d47a1"/>
        </a:solidFill>
      </p:bgPr>
    </p:bg>
    <p:spTree>
      <p:nvGrpSpPr>
        <p:cNvPr id="1" name=""/>
        <p:cNvGrpSpPr/>
        <p:nvPr/>
      </p:nvGrpSpPr>
      <p:grpSpPr>
        <a:xfrm>
          <a:off x="0" y="0"/>
          <a:ext cx="0" cy="0"/>
          <a:chOff x="0" y="0"/>
          <a:chExt cx="0" cy="0"/>
        </a:xfrm>
      </p:grpSpPr>
      <p:sp>
        <p:nvSpPr>
          <p:cNvPr id="419" name="PlaceHolder 1"/>
          <p:cNvSpPr>
            <a:spLocks noGrp="1"/>
          </p:cNvSpPr>
          <p:nvPr>
            <p:ph type="title"/>
          </p:nvPr>
        </p:nvSpPr>
        <p:spPr>
          <a:xfrm>
            <a:off x="612720" y="2823120"/>
            <a:ext cx="10972440" cy="720000"/>
          </a:xfrm>
          <a:prstGeom prst="rect">
            <a:avLst/>
          </a:prstGeom>
          <a:noFill/>
          <a:ln w="0">
            <a:noFill/>
          </a:ln>
        </p:spPr>
        <p:txBody>
          <a:bodyPr lIns="91440" rIns="91440" tIns="45720" bIns="45720" anchor="b">
            <a:normAutofit fontScale="85000" lnSpcReduction="9999"/>
          </a:bodyPr>
          <a:p>
            <a:pPr indent="0" defTabSz="914400">
              <a:lnSpc>
                <a:spcPct val="90000"/>
              </a:lnSpc>
              <a:buNone/>
            </a:pPr>
            <a:r>
              <a:rPr lang="es" sz="3000" b="0" u="none" strike="noStrike" cap="all">
                <a:solidFill>
                  <a:schemeClr val="lt1"/>
                </a:solidFill>
                <a:effectLst/>
                <a:uFillTx/>
                <a:latin typeface="Verdana Pro Black"/>
              </a:rPr>
              <a:t>Haga clic para modificar el estilo de título del patrón</a:t>
            </a:r>
            <a:endParaRPr lang="en-US" sz="3000" b="0" u="none" strike="noStrike">
              <a:solidFill>
                <a:schemeClr val="lt1"/>
              </a:solidFill>
              <a:effectLst/>
              <a:uFillTx/>
              <a:latin typeface="Corbel"/>
            </a:endParaRPr>
          </a:p>
        </p:txBody>
      </p:sp>
      <p:sp>
        <p:nvSpPr>
          <p:cNvPr id="420" name="PlaceHolder 2"/>
          <p:cNvSpPr>
            <a:spLocks noGrp="1"/>
          </p:cNvSpPr>
          <p:nvPr>
            <p:ph type="body"/>
          </p:nvPr>
        </p:nvSpPr>
        <p:spPr>
          <a:xfrm>
            <a:off x="612720" y="3850200"/>
            <a:ext cx="10972440" cy="2199240"/>
          </a:xfrm>
          <a:prstGeom prst="rect">
            <a:avLst/>
          </a:prstGeom>
          <a:noFill/>
          <a:ln w="0">
            <a:noFill/>
          </a:ln>
        </p:spPr>
        <p:txBody>
          <a:bodyPr lIns="91440" rIns="91440" tIns="45720" bIns="45720" anchor="t">
            <a:noAutofit/>
          </a:bodyPr>
          <a:p>
            <a:pPr indent="0" defTabSz="914400">
              <a:lnSpc>
                <a:spcPct val="120000"/>
              </a:lnSpc>
              <a:spcBef>
                <a:spcPts val="1001"/>
              </a:spcBef>
              <a:spcAft>
                <a:spcPts val="601"/>
              </a:spcAft>
              <a:buNone/>
              <a:tabLst>
                <a:tab algn="l" pos="0"/>
              </a:tabLst>
            </a:pPr>
            <a:r>
              <a:rPr lang="es" sz="1400" b="0" u="none" spc="99" strike="noStrike">
                <a:solidFill>
                  <a:schemeClr val="lt1"/>
                </a:solidFill>
                <a:effectLst/>
                <a:uFillTx/>
                <a:latin typeface="Corbel"/>
              </a:rPr>
              <a:t>Haga clic para modificar los estilos de texto del patrón</a:t>
            </a:r>
            <a:endParaRPr lang="en-US" sz="1400" b="0" u="none" spc="99" strike="noStrike">
              <a:solidFill>
                <a:schemeClr val="lt1"/>
              </a:solidFill>
              <a:effectLst/>
              <a:uFillTx/>
              <a:latin typeface="Corbel"/>
            </a:endParaRPr>
          </a:p>
          <a:p>
            <a:pPr marL="228600" indent="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Segundo nivel</a:t>
            </a:r>
            <a:endParaRPr lang="en-US" sz="1400" b="0" u="none" spc="99" strike="noStrike">
              <a:solidFill>
                <a:schemeClr val="lt1"/>
              </a:solidFill>
              <a:effectLst/>
              <a:uFillTx/>
              <a:latin typeface="Corbel"/>
            </a:endParaRPr>
          </a:p>
          <a:p>
            <a:pPr marL="457200" indent="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Tercer nivel</a:t>
            </a:r>
            <a:endParaRPr lang="en-US" sz="1400" b="0" u="none" spc="99" strike="noStrike">
              <a:solidFill>
                <a:schemeClr val="lt1"/>
              </a:solidFill>
              <a:effectLst/>
              <a:uFillTx/>
              <a:latin typeface="Corbel"/>
            </a:endParaRPr>
          </a:p>
          <a:p>
            <a:pPr marL="685800" indent="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Cuarto nivel</a:t>
            </a:r>
            <a:endParaRPr lang="en-US" sz="1400" b="0" u="none" spc="99" strike="noStrike">
              <a:solidFill>
                <a:schemeClr val="lt1"/>
              </a:solidFill>
              <a:effectLst/>
              <a:uFillTx/>
              <a:latin typeface="Corbel"/>
            </a:endParaRPr>
          </a:p>
          <a:p>
            <a:pPr marL="914400" indent="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Quinto nivel</a:t>
            </a:r>
            <a:endParaRPr lang="en-US" sz="1400" b="0" u="none" spc="99" strike="noStrike">
              <a:solidFill>
                <a:schemeClr val="lt1"/>
              </a:solidFill>
              <a:effectLst/>
              <a:uFillTx/>
              <a:latin typeface="Corbel"/>
            </a:endParaRPr>
          </a:p>
        </p:txBody>
      </p:sp>
      <p:sp>
        <p:nvSpPr>
          <p:cNvPr id="421" name="PlaceHolder 3"/>
          <p:cNvSpPr>
            <a:spLocks noGrp="1"/>
          </p:cNvSpPr>
          <p:nvPr>
            <p:ph type="dt" idx="133"/>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422" name="PlaceHolder 4"/>
          <p:cNvSpPr>
            <a:spLocks noGrp="1"/>
          </p:cNvSpPr>
          <p:nvPr>
            <p:ph type="ftr" idx="134"/>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423" name="PlaceHolder 5"/>
          <p:cNvSpPr>
            <a:spLocks noGrp="1"/>
          </p:cNvSpPr>
          <p:nvPr>
            <p:ph type="sldNum" idx="135"/>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424" name="Forma libre: Forma 13"/>
          <p:cNvSpPr/>
          <p:nvPr/>
        </p:nvSpPr>
        <p:spPr>
          <a:xfrm>
            <a:off x="10406880" y="1099800"/>
            <a:ext cx="360" cy="360"/>
          </a:xfrm>
          <a:custGeom>
            <a:avLst/>
            <a:gdLst>
              <a:gd name="textAreaLeft" fmla="*/ 0 w 360"/>
              <a:gd name="textAreaRight" fmla="*/ 720 w 360"/>
              <a:gd name="textAreaTop" fmla="*/ 0 h 360"/>
              <a:gd name="textAreaBottom" fmla="*/ 720 h 360"/>
              <a:gd name="GluePoint1X" fmla="*/ 392 w 392"/>
              <a:gd name="GluePoint1Y" fmla="*/ 0 h 353"/>
              <a:gd name="GluePoint2X" fmla="*/ 134 w 392"/>
              <a:gd name="GluePoint2Y" fmla="*/ 269 h 353"/>
              <a:gd name="GluePoint3X" fmla="*/ 0 w 392"/>
              <a:gd name="GluePoint3Y" fmla="*/ 353 h 353"/>
              <a:gd name="GluePoint4X" fmla="*/ 392 w 392"/>
              <a:gd name="GluePoint4Y" fmla="*/ 0 h 35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2" h="353">
                <a:moveTo>
                  <a:pt x="392" y="0"/>
                </a:moveTo>
                <a:lnTo>
                  <a:pt x="134" y="269"/>
                </a:lnTo>
                <a:lnTo>
                  <a:pt x="0" y="353"/>
                </a:lnTo>
                <a:lnTo>
                  <a:pt x="392"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25" name="Forma libre: Forma 20"/>
          <p:cNvSpPr/>
          <p:nvPr/>
        </p:nvSpPr>
        <p:spPr>
          <a:xfrm>
            <a:off x="10406880" y="1099800"/>
            <a:ext cx="360" cy="360"/>
          </a:xfrm>
          <a:custGeom>
            <a:avLst/>
            <a:gdLst>
              <a:gd name="textAreaLeft" fmla="*/ 0 w 360"/>
              <a:gd name="textAreaRight" fmla="*/ 720 w 360"/>
              <a:gd name="textAreaTop" fmla="*/ 0 h 360"/>
              <a:gd name="textAreaBottom" fmla="*/ 720 h 360"/>
              <a:gd name="GluePoint1X" fmla="*/ 392 w 392"/>
              <a:gd name="GluePoint1Y" fmla="*/ 0 h 353"/>
              <a:gd name="GluePoint2X" fmla="*/ 134 w 392"/>
              <a:gd name="GluePoint2Y" fmla="*/ 269 h 353"/>
              <a:gd name="GluePoint3X" fmla="*/ 0 w 392"/>
              <a:gd name="GluePoint3Y" fmla="*/ 353 h 353"/>
              <a:gd name="GluePoint4X" fmla="*/ 392 w 392"/>
              <a:gd name="GluePoint4Y" fmla="*/ 0 h 35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2" h="353">
                <a:moveTo>
                  <a:pt x="392" y="0"/>
                </a:moveTo>
                <a:lnTo>
                  <a:pt x="134" y="269"/>
                </a:lnTo>
                <a:lnTo>
                  <a:pt x="0" y="353"/>
                </a:lnTo>
                <a:lnTo>
                  <a:pt x="392"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26" name="Forma libre: Forma 37"/>
          <p:cNvSpPr/>
          <p:nvPr/>
        </p:nvSpPr>
        <p:spPr>
          <a:xfrm rot="21168600">
            <a:off x="-56160" y="460800"/>
            <a:ext cx="1211760" cy="821520"/>
          </a:xfrm>
          <a:custGeom>
            <a:avLst/>
            <a:gdLst>
              <a:gd name="textAreaLeft" fmla="*/ 0 w 1211760"/>
              <a:gd name="textAreaRight" fmla="*/ 1212120 w 1211760"/>
              <a:gd name="textAreaTop" fmla="*/ 0 h 821520"/>
              <a:gd name="textAreaBottom" fmla="*/ 821880 h 821520"/>
              <a:gd name="GluePoint1X" fmla="*/ 1212096 w 1212096"/>
              <a:gd name="GluePoint1Y" fmla="*/ 10648 h 821928"/>
              <a:gd name="GluePoint2X" fmla="*/ 1212096 w 1212096"/>
              <a:gd name="GluePoint2Y" fmla="*/ 506349 h 821928"/>
              <a:gd name="GluePoint3X" fmla="*/ 1090126 w 1212096"/>
              <a:gd name="GluePoint3Y" fmla="*/ 496218 h 821928"/>
              <a:gd name="GluePoint4X" fmla="*/ 595850 w 1212096"/>
              <a:gd name="GluePoint4Y" fmla="*/ 546441 h 821928"/>
              <a:gd name="GluePoint5X" fmla="*/ 151316 w 1212096"/>
              <a:gd name="GluePoint5Y" fmla="*/ 723917 h 821928"/>
              <a:gd name="GluePoint6X" fmla="*/ 0 w 1212096"/>
              <a:gd name="GluePoint6Y" fmla="*/ 821928 h 821928"/>
              <a:gd name="GluePoint7X" fmla="*/ 77522 w 1212096"/>
              <a:gd name="GluePoint7Y" fmla="*/ 207655 h 821928"/>
              <a:gd name="GluePoint8X" fmla="*/ 184484 w 1212096"/>
              <a:gd name="GluePoint8Y" fmla="*/ 160849 h 821928"/>
              <a:gd name="GluePoint9X" fmla="*/ 473283 w 1212096"/>
              <a:gd name="GluePoint9Y" fmla="*/ 67003 h 821928"/>
              <a:gd name="GluePoint10X" fmla="*/ 1112663 w 1212096"/>
              <a:gd name="GluePoint10Y" fmla="*/ 2358 h 821928"/>
              <a:gd name="GluePoint11X" fmla="*/ 1212096 w 1212096"/>
              <a:gd name="GluePoint11Y" fmla="*/ 10648 h 8219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27" name="Forma libre: Forma 43"/>
          <p:cNvSpPr/>
          <p:nvPr/>
        </p:nvSpPr>
        <p:spPr>
          <a:xfrm rot="2917800">
            <a:off x="7779600" y="20880"/>
            <a:ext cx="1544760" cy="1612080"/>
          </a:xfrm>
          <a:custGeom>
            <a:avLst/>
            <a:gdLst>
              <a:gd name="textAreaLeft" fmla="*/ 0 w 1544760"/>
              <a:gd name="textAreaRight" fmla="*/ 1545120 w 1544760"/>
              <a:gd name="textAreaTop" fmla="*/ 0 h 1612080"/>
              <a:gd name="textAreaBottom" fmla="*/ 1612440 h 1612080"/>
              <a:gd name="GluePoint1X" fmla="*/ 0 w 1545133"/>
              <a:gd name="GluePoint1Y" fmla="*/ 431404 h 1612377"/>
              <a:gd name="GluePoint2X" fmla="*/ 379953 w 1545133"/>
              <a:gd name="GluePoint2Y" fmla="*/ 0 h 1612377"/>
              <a:gd name="GluePoint3X" fmla="*/ 391147 w 1545133"/>
              <a:gd name="GluePoint3Y" fmla="*/ 79268 h 1612377"/>
              <a:gd name="GluePoint4X" fmla="*/ 995541 w 1545133"/>
              <a:gd name="GluePoint4Y" fmla="*/ 972585 h 1612377"/>
              <a:gd name="GluePoint5X" fmla="*/ 1481938 w 1545133"/>
              <a:gd name="GluePoint5Y" fmla="*/ 1135918 h 1612377"/>
              <a:gd name="GluePoint6X" fmla="*/ 1545132 w 1545133"/>
              <a:gd name="GluePoint6Y" fmla="*/ 1139075 h 1612377"/>
              <a:gd name="GluePoint7X" fmla="*/ 1545133 w 1545133"/>
              <a:gd name="GluePoint7Y" fmla="*/ 1612377 h 1612377"/>
              <a:gd name="GluePoint8X" fmla="*/ 1417930 w 1545133"/>
              <a:gd name="GluePoint8Y" fmla="*/ 1605676 h 1612377"/>
              <a:gd name="GluePoint9X" fmla="*/ 750906 w 1545133"/>
              <a:gd name="GluePoint9Y" fmla="*/ 1378221 h 1612377"/>
              <a:gd name="GluePoint10X" fmla="*/ 152253 w 1545133"/>
              <a:gd name="GluePoint10Y" fmla="*/ 763815 h 1612377"/>
              <a:gd name="GluePoint11X" fmla="*/ 53811 w 1545133"/>
              <a:gd name="GluePoint11Y" fmla="*/ 572625 h 1612377"/>
              <a:gd name="GluePoint12X" fmla="*/ 0 w 1545133"/>
              <a:gd name="GluePoint12Y" fmla="*/ 431404 h 16123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28" name="Forma libre: Forma 41"/>
          <p:cNvSpPr/>
          <p:nvPr/>
        </p:nvSpPr>
        <p:spPr>
          <a:xfrm rot="2917800">
            <a:off x="10407240" y="1099800"/>
            <a:ext cx="360" cy="360"/>
          </a:xfrm>
          <a:custGeom>
            <a:avLst/>
            <a:gdLst>
              <a:gd name="textAreaLeft" fmla="*/ 0 w 360"/>
              <a:gd name="textAreaRight" fmla="*/ 720 w 360"/>
              <a:gd name="textAreaTop" fmla="*/ 0 h 360"/>
              <a:gd name="textAreaBottom" fmla="*/ 720 h 360"/>
              <a:gd name="GluePoint1X" fmla="*/ 0 w 31"/>
              <a:gd name="GluePoint1Y" fmla="*/ 0 h 528"/>
              <a:gd name="GluePoint2X" fmla="*/ 31 w 31"/>
              <a:gd name="GluePoint2Y" fmla="*/ 372 h 528"/>
              <a:gd name="GluePoint3X" fmla="*/ 6 w 31"/>
              <a:gd name="GluePoint3Y" fmla="*/ 528 h 528"/>
              <a:gd name="GluePoint4X" fmla="*/ 0 w 31"/>
              <a:gd name="GluePoint4Y" fmla="*/ 0 h 5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 h="528">
                <a:moveTo>
                  <a:pt x="0" y="0"/>
                </a:moveTo>
                <a:lnTo>
                  <a:pt x="31" y="372"/>
                </a:lnTo>
                <a:lnTo>
                  <a:pt x="6" y="528"/>
                </a:lnTo>
                <a:lnTo>
                  <a:pt x="0"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29" name="Forma libre: Forma 39"/>
          <p:cNvSpPr/>
          <p:nvPr/>
        </p:nvSpPr>
        <p:spPr>
          <a:xfrm rot="2917800">
            <a:off x="9224640" y="236880"/>
            <a:ext cx="2435400" cy="3155400"/>
          </a:xfrm>
          <a:custGeom>
            <a:avLst/>
            <a:gdLst>
              <a:gd name="textAreaLeft" fmla="*/ 0 w 2435400"/>
              <a:gd name="textAreaRight" fmla="*/ 2435760 w 2435400"/>
              <a:gd name="textAreaTop" fmla="*/ 0 h 3155400"/>
              <a:gd name="textAreaBottom" fmla="*/ 3155760 h 3155400"/>
              <a:gd name="GluePoint1X" fmla="*/ 380358 w 2435647"/>
              <a:gd name="GluePoint1Y" fmla="*/ 653484 h 3155937"/>
              <a:gd name="GluePoint2X" fmla="*/ 711628 w 2435647"/>
              <a:gd name="GluePoint2Y" fmla="*/ 480983 h 3155937"/>
              <a:gd name="GluePoint3X" fmla="*/ 1346989 w 2435647"/>
              <a:gd name="GluePoint3Y" fmla="*/ 714360 h 3155937"/>
              <a:gd name="GluePoint4X" fmla="*/ 1565127 w 2435647"/>
              <a:gd name="GluePoint4Y" fmla="*/ 1016463 h 3155937"/>
              <a:gd name="GluePoint5X" fmla="*/ 1804143 w 2435647"/>
              <a:gd name="GluePoint5Y" fmla="*/ 536573 h 3155937"/>
              <a:gd name="GluePoint6X" fmla="*/ 2008963 w 2435647"/>
              <a:gd name="GluePoint6Y" fmla="*/ 104855 h 3155937"/>
              <a:gd name="GluePoint7X" fmla="*/ 2073278 w 2435647"/>
              <a:gd name="GluePoint7Y" fmla="*/ 0 h 3155937"/>
              <a:gd name="GluePoint8X" fmla="*/ 2435647 w 2435647"/>
              <a:gd name="GluePoint8Y" fmla="*/ 319152 h 3155937"/>
              <a:gd name="GluePoint9X" fmla="*/ 2421911 w 2435647"/>
              <a:gd name="GluePoint9Y" fmla="*/ 341647 h 3155937"/>
              <a:gd name="GluePoint10X" fmla="*/ 2242871 w 2435647"/>
              <a:gd name="GluePoint10Y" fmla="*/ 722717 h 3155937"/>
              <a:gd name="GluePoint11X" fmla="*/ 2001914 w 2435647"/>
              <a:gd name="GluePoint11Y" fmla="*/ 1216345 h 3155937"/>
              <a:gd name="GluePoint12X" fmla="*/ 1700289 w 2435647"/>
              <a:gd name="GluePoint12Y" fmla="*/ 1584175 h 3155937"/>
              <a:gd name="GluePoint13X" fmla="*/ 1683892 w 2435647"/>
              <a:gd name="GluePoint13Y" fmla="*/ 1805769 h 3155937"/>
              <a:gd name="GluePoint14X" fmla="*/ 1013808 w 2435647"/>
              <a:gd name="GluePoint14Y" fmla="*/ 2879591 h 3155937"/>
              <a:gd name="GluePoint15X" fmla="*/ 113912 w 2435647"/>
              <a:gd name="GluePoint15Y" fmla="*/ 3155937 h 3155937"/>
              <a:gd name="GluePoint16X" fmla="*/ 1 w 2435647"/>
              <a:gd name="GluePoint16Y" fmla="*/ 3149937 h 3155937"/>
              <a:gd name="GluePoint17X" fmla="*/ 0 w 2435647"/>
              <a:gd name="GluePoint17Y" fmla="*/ 2676635 h 3155937"/>
              <a:gd name="GluePoint18X" fmla="*/ 108163 w 2435647"/>
              <a:gd name="GluePoint18Y" fmla="*/ 2682039 h 3155937"/>
              <a:gd name="GluePoint19X" fmla="*/ 744937 w 2435647"/>
              <a:gd name="GluePoint19Y" fmla="*/ 2488477 h 3155937"/>
              <a:gd name="GluePoint20X" fmla="*/ 1188151 w 2435647"/>
              <a:gd name="GluePoint20Y" fmla="*/ 1848017 h 3155937"/>
              <a:gd name="GluePoint21X" fmla="*/ 799181 w 2435647"/>
              <a:gd name="GluePoint21Y" fmla="*/ 1848411 h 3155937"/>
              <a:gd name="GluePoint22X" fmla="*/ 405052 w 2435647"/>
              <a:gd name="GluePoint22Y" fmla="*/ 1635372 h 3155937"/>
              <a:gd name="GluePoint23X" fmla="*/ 188819 w 2435647"/>
              <a:gd name="GluePoint23Y" fmla="*/ 1227292 h 3155937"/>
              <a:gd name="GluePoint24X" fmla="*/ 296851 w 2435647"/>
              <a:gd name="GluePoint24Y" fmla="*/ 755273 h 3155937"/>
              <a:gd name="GluePoint25X" fmla="*/ 380358 w 2435647"/>
              <a:gd name="GluePoint25Y" fmla="*/ 653484 h 3155937"/>
              <a:gd name="GluePoint26X" fmla="*/ 696270 w 2435647"/>
              <a:gd name="GluePoint26Y" fmla="*/ 1013187 h 3155937"/>
              <a:gd name="GluePoint27X" fmla="*/ 668058 w 2435647"/>
              <a:gd name="GluePoint27Y" fmla="*/ 1069992 h 3155937"/>
              <a:gd name="GluePoint28X" fmla="*/ 658068 w 2435647"/>
              <a:gd name="GluePoint28Y" fmla="*/ 1131959 h 3155937"/>
              <a:gd name="GluePoint29X" fmla="*/ 658037 w 2435647"/>
              <a:gd name="GluePoint29Y" fmla="*/ 1131587 h 3155937"/>
              <a:gd name="GluePoint30X" fmla="*/ 658043 w 2435647"/>
              <a:gd name="GluePoint30Y" fmla="*/ 1132115 h 3155937"/>
              <a:gd name="GluePoint31X" fmla="*/ 658068 w 2435647"/>
              <a:gd name="GluePoint31Y" fmla="*/ 1131959 h 3155937"/>
              <a:gd name="GluePoint32X" fmla="*/ 659883 w 2435647"/>
              <a:gd name="GluePoint32Y" fmla="*/ 1153708 h 3155937"/>
              <a:gd name="GluePoint33X" fmla="*/ 902550 w 2435647"/>
              <a:gd name="GluePoint33Y" fmla="*/ 1384353 h 3155937"/>
              <a:gd name="GluePoint34X" fmla="*/ 1190197 w 2435647"/>
              <a:gd name="GluePoint34Y" fmla="*/ 1351951 h 3155937"/>
              <a:gd name="GluePoint35X" fmla="*/ 1014886 w 2435647"/>
              <a:gd name="GluePoint35Y" fmla="*/ 1051979 h 3155937"/>
              <a:gd name="GluePoint36X" fmla="*/ 787456 w 2435647"/>
              <a:gd name="GluePoint36Y" fmla="*/ 948190 h 3155937"/>
              <a:gd name="GluePoint37X" fmla="*/ 696270 w 2435647"/>
              <a:gd name="GluePoint37Y" fmla="*/ 1013187 h 31559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Lst>
            <a:rect l="textAreaLeft" t="textAreaTop" r="textAreaRight" b="textAreaBottom"/>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30" name="Forma libre: Forma 47"/>
          <p:cNvSpPr/>
          <p:nvPr/>
        </p:nvSpPr>
        <p:spPr>
          <a:xfrm rot="20301600">
            <a:off x="3506040" y="13680"/>
            <a:ext cx="1224360" cy="831240"/>
          </a:xfrm>
          <a:custGeom>
            <a:avLst/>
            <a:gdLst>
              <a:gd name="textAreaLeft" fmla="*/ 0 w 1224360"/>
              <a:gd name="textAreaRight" fmla="*/ 1224720 w 1224360"/>
              <a:gd name="textAreaTop" fmla="*/ 0 h 831240"/>
              <a:gd name="textAreaBottom" fmla="*/ 831600 h 831240"/>
              <a:gd name="GluePoint1X" fmla="*/ 1224858 w 1224858"/>
              <a:gd name="GluePoint1Y" fmla="*/ 196720 h 831641"/>
              <a:gd name="GluePoint2X" fmla="*/ 1216996 w 1224858"/>
              <a:gd name="GluePoint2Y" fmla="*/ 207164 h 831641"/>
              <a:gd name="GluePoint3X" fmla="*/ 969858 w 1224858"/>
              <a:gd name="GluePoint3Y" fmla="*/ 448485 h 831641"/>
              <a:gd name="GluePoint4X" fmla="*/ 144475 w 1224858"/>
              <a:gd name="GluePoint4Y" fmla="*/ 814659 h 831641"/>
              <a:gd name="GluePoint5X" fmla="*/ 0 w 1224858"/>
              <a:gd name="GluePoint5Y" fmla="*/ 831641 h 831641"/>
              <a:gd name="GluePoint6X" fmla="*/ 1 w 1224858"/>
              <a:gd name="GluePoint6Y" fmla="*/ 334037 h 831641"/>
              <a:gd name="GluePoint7X" fmla="*/ 59261 w 1224858"/>
              <a:gd name="GluePoint7Y" fmla="*/ 327117 h 831641"/>
              <a:gd name="GluePoint8X" fmla="*/ 658703 w 1224858"/>
              <a:gd name="GluePoint8Y" fmla="*/ 62074 h 831641"/>
              <a:gd name="GluePoint9X" fmla="*/ 728974 w 1224858"/>
              <a:gd name="GluePoint9Y" fmla="*/ 0 h 831641"/>
              <a:gd name="GluePoint10X" fmla="*/ 1224858 w 1224858"/>
              <a:gd name="GluePoint10Y" fmla="*/ 196720 h 8316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31" name="Forma libre: Forma 45"/>
          <p:cNvSpPr/>
          <p:nvPr/>
        </p:nvSpPr>
        <p:spPr>
          <a:xfrm rot="20301600">
            <a:off x="1193400" y="-35640"/>
            <a:ext cx="2304720" cy="1565280"/>
          </a:xfrm>
          <a:custGeom>
            <a:avLst/>
            <a:gdLst>
              <a:gd name="textAreaLeft" fmla="*/ 0 w 2304720"/>
              <a:gd name="textAreaRight" fmla="*/ 2305080 w 2304720"/>
              <a:gd name="textAreaTop" fmla="*/ 0 h 1565280"/>
              <a:gd name="textAreaBottom" fmla="*/ 1565640 h 1565280"/>
              <a:gd name="GluePoint1X" fmla="*/ 180885 w 2305089"/>
              <a:gd name="GluePoint1Y" fmla="*/ 19941 h 1565810"/>
              <a:gd name="GluePoint2X" fmla="*/ 608919 w 2305089"/>
              <a:gd name="GluePoint2Y" fmla="*/ 244031 h 1565810"/>
              <a:gd name="GluePoint3X" fmla="*/ 1008304 w 2305089"/>
              <a:gd name="GluePoint3Y" fmla="*/ 544299 h 1565810"/>
              <a:gd name="GluePoint4X" fmla="*/ 1962198 w 2305089"/>
              <a:gd name="GluePoint4Y" fmla="*/ 1059225 h 1565810"/>
              <a:gd name="GluePoint5X" fmla="*/ 2231622 w 2305089"/>
              <a:gd name="GluePoint5Y" fmla="*/ 1068149 h 1565810"/>
              <a:gd name="GluePoint6X" fmla="*/ 2305089 w 2305089"/>
              <a:gd name="GluePoint6Y" fmla="*/ 1059570 h 1565810"/>
              <a:gd name="GluePoint7X" fmla="*/ 2305088 w 2305089"/>
              <a:gd name="GluePoint7Y" fmla="*/ 1557174 h 1565810"/>
              <a:gd name="GluePoint8X" fmla="*/ 2267193 w 2305089"/>
              <a:gd name="GluePoint8Y" fmla="*/ 1561629 h 1565810"/>
              <a:gd name="GluePoint9X" fmla="*/ 1897242 w 2305089"/>
              <a:gd name="GluePoint9Y" fmla="*/ 1549353 h 1565810"/>
              <a:gd name="GluePoint10X" fmla="*/ 698953 w 2305089"/>
              <a:gd name="GluePoint10Y" fmla="*/ 930385 h 1565810"/>
              <a:gd name="GluePoint11X" fmla="*/ 332356 w 2305089"/>
              <a:gd name="GluePoint11Y" fmla="*/ 653762 h 1565810"/>
              <a:gd name="GluePoint12X" fmla="*/ 1460 w 2305089"/>
              <a:gd name="GluePoint12Y" fmla="*/ 480536 h 1565810"/>
              <a:gd name="GluePoint13X" fmla="*/ 0 w 2305089"/>
              <a:gd name="GluePoint13Y" fmla="*/ 480029 h 1565810"/>
              <a:gd name="GluePoint14X" fmla="*/ 123660 w 2305089"/>
              <a:gd name="GluePoint14Y" fmla="*/ 0 h 1565810"/>
              <a:gd name="GluePoint15X" fmla="*/ 180885 w 2305089"/>
              <a:gd name="GluePoint15Y" fmla="*/ 19941 h 15658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clusión 2">
    <p:bg>
      <p:bgPr>
        <a:solidFill>
          <a:srgbClr val="3d47a1"/>
        </a:solidFill>
      </p:bgPr>
    </p:bg>
    <p:spTree>
      <p:nvGrpSpPr>
        <p:cNvPr id="1" name=""/>
        <p:cNvGrpSpPr/>
        <p:nvPr/>
      </p:nvGrpSpPr>
      <p:grpSpPr>
        <a:xfrm>
          <a:off x="0" y="0"/>
          <a:ext cx="0" cy="0"/>
          <a:chOff x="0" y="0"/>
          <a:chExt cx="0" cy="0"/>
        </a:xfrm>
      </p:grpSpPr>
      <p:sp>
        <p:nvSpPr>
          <p:cNvPr id="432" name="PlaceHolder 1"/>
          <p:cNvSpPr>
            <a:spLocks noGrp="1"/>
          </p:cNvSpPr>
          <p:nvPr>
            <p:ph type="title"/>
          </p:nvPr>
        </p:nvSpPr>
        <p:spPr>
          <a:xfrm>
            <a:off x="6500880" y="1361880"/>
            <a:ext cx="4371840" cy="1040760"/>
          </a:xfrm>
          <a:prstGeom prst="rect">
            <a:avLst/>
          </a:prstGeom>
          <a:noFill/>
          <a:ln w="0">
            <a:noFill/>
          </a:ln>
        </p:spPr>
        <p:txBody>
          <a:bodyPr lIns="91440" rIns="91440" tIns="45720" bIns="45720" anchor="b">
            <a:noAutofit/>
          </a:bodyPr>
          <a:p>
            <a:pPr indent="0" defTabSz="914400">
              <a:lnSpc>
                <a:spcPct val="90000"/>
              </a:lnSpc>
              <a:buNone/>
            </a:pPr>
            <a:r>
              <a:rPr lang="es" sz="3000" b="0" u="none" strike="noStrike" cap="all">
                <a:solidFill>
                  <a:schemeClr val="lt1"/>
                </a:solidFill>
                <a:effectLst/>
                <a:uFillTx/>
                <a:latin typeface="Verdana Pro Black"/>
              </a:rPr>
              <a:t>Haga clic para modificar el estilo de título del patrón</a:t>
            </a:r>
            <a:endParaRPr lang="en-US" sz="3000" b="0" u="none" strike="noStrike">
              <a:solidFill>
                <a:schemeClr val="lt1"/>
              </a:solidFill>
              <a:effectLst/>
              <a:uFillTx/>
              <a:latin typeface="Corbel"/>
            </a:endParaRPr>
          </a:p>
        </p:txBody>
      </p:sp>
      <p:sp>
        <p:nvSpPr>
          <p:cNvPr id="433" name="PlaceHolder 2"/>
          <p:cNvSpPr>
            <a:spLocks noGrp="1"/>
          </p:cNvSpPr>
          <p:nvPr>
            <p:ph type="body"/>
          </p:nvPr>
        </p:nvSpPr>
        <p:spPr>
          <a:xfrm>
            <a:off x="6500880" y="2671560"/>
            <a:ext cx="4371840" cy="1607760"/>
          </a:xfrm>
          <a:prstGeom prst="rect">
            <a:avLst/>
          </a:prstGeom>
          <a:noFill/>
          <a:ln w="0">
            <a:noFill/>
          </a:ln>
        </p:spPr>
        <p:txBody>
          <a:bodyPr lIns="91440" rIns="91440" tIns="45720" bIns="45720" anchor="t">
            <a:normAutofit fontScale="85000" lnSpcReduction="9999"/>
          </a:bodyPr>
          <a:p>
            <a:pPr marL="228600" indent="-343080" defTabSz="914400">
              <a:lnSpc>
                <a:spcPct val="120000"/>
              </a:lnSpc>
              <a:spcBef>
                <a:spcPts val="1001"/>
              </a:spcBef>
              <a:spcAft>
                <a:spcPts val="601"/>
              </a:spcAft>
              <a:buNone/>
              <a:tabLst>
                <a:tab algn="l" pos="0"/>
              </a:tabLst>
            </a:pPr>
            <a:r>
              <a:rPr lang="es" sz="1400" b="0" u="none" spc="99" strike="noStrike">
                <a:solidFill>
                  <a:schemeClr val="lt1"/>
                </a:solidFill>
                <a:effectLst/>
                <a:uFillTx/>
                <a:latin typeface="Corbel"/>
              </a:rPr>
              <a:t>Haga clic para modificar los estilos de texto del patrón</a:t>
            </a:r>
            <a:endParaRPr lang="en-US" sz="1400" b="0" u="none" spc="99" strike="noStrike">
              <a:solidFill>
                <a:schemeClr val="lt1"/>
              </a:solidFill>
              <a:effectLst/>
              <a:uFillTx/>
              <a:latin typeface="Corbel"/>
            </a:endParaRPr>
          </a:p>
          <a:p>
            <a:pPr marL="571680" indent="-34308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Segundo nivel</a:t>
            </a:r>
            <a:endParaRPr lang="en-US" sz="1400" b="0" u="none" spc="99" strike="noStrike">
              <a:solidFill>
                <a:schemeClr val="lt1"/>
              </a:solidFill>
              <a:effectLst/>
              <a:uFillTx/>
              <a:latin typeface="Corbel"/>
            </a:endParaRPr>
          </a:p>
          <a:p>
            <a:pPr marL="800280" indent="-34308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Tercer nivel</a:t>
            </a:r>
            <a:endParaRPr lang="en-US" sz="1400" b="0" u="none" spc="99" strike="noStrike">
              <a:solidFill>
                <a:schemeClr val="lt1"/>
              </a:solidFill>
              <a:effectLst/>
              <a:uFillTx/>
              <a:latin typeface="Corbel"/>
            </a:endParaRPr>
          </a:p>
          <a:p>
            <a:pPr marL="1028880" indent="-34308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Cuarto nivel</a:t>
            </a:r>
            <a:endParaRPr lang="en-US" sz="1400" b="0" u="none" spc="99" strike="noStrike">
              <a:solidFill>
                <a:schemeClr val="lt1"/>
              </a:solidFill>
              <a:effectLst/>
              <a:uFillTx/>
              <a:latin typeface="Corbel"/>
            </a:endParaRPr>
          </a:p>
          <a:p>
            <a:pPr marL="1257480" indent="-343080" defTabSz="914400">
              <a:lnSpc>
                <a:spcPct val="120000"/>
              </a:lnSpc>
              <a:spcBef>
                <a:spcPts val="499"/>
              </a:spcBef>
              <a:spcAft>
                <a:spcPts val="601"/>
              </a:spcAft>
              <a:buNone/>
              <a:tabLst>
                <a:tab algn="l" pos="0"/>
              </a:tabLst>
            </a:pPr>
            <a:r>
              <a:rPr lang="es" sz="1400" b="0" u="none" spc="99" strike="noStrike">
                <a:solidFill>
                  <a:schemeClr val="lt1"/>
                </a:solidFill>
                <a:effectLst/>
                <a:uFillTx/>
                <a:latin typeface="Corbel"/>
              </a:rPr>
              <a:t>Quinto nivel</a:t>
            </a:r>
            <a:endParaRPr lang="en-US" sz="1400" b="0" u="none" spc="99" strike="noStrike">
              <a:solidFill>
                <a:schemeClr val="lt1"/>
              </a:solidFill>
              <a:effectLst/>
              <a:uFillTx/>
              <a:latin typeface="Corbel"/>
            </a:endParaRPr>
          </a:p>
        </p:txBody>
      </p:sp>
      <p:sp>
        <p:nvSpPr>
          <p:cNvPr id="434" name="PlaceHolder 3"/>
          <p:cNvSpPr>
            <a:spLocks noGrp="1"/>
          </p:cNvSpPr>
          <p:nvPr>
            <p:ph type="dt" idx="136"/>
          </p:nvPr>
        </p:nvSpPr>
        <p:spPr>
          <a:xfrm>
            <a:off x="633960" y="6426720"/>
            <a:ext cx="282312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435" name="PlaceHolder 4"/>
          <p:cNvSpPr>
            <a:spLocks noGrp="1"/>
          </p:cNvSpPr>
          <p:nvPr>
            <p:ph type="ftr" idx="137"/>
          </p:nvPr>
        </p:nvSpPr>
        <p:spPr>
          <a:xfrm>
            <a:off x="4038480" y="6426720"/>
            <a:ext cx="411444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436" name="PlaceHolder 5"/>
          <p:cNvSpPr>
            <a:spLocks noGrp="1"/>
          </p:cNvSpPr>
          <p:nvPr>
            <p:ph type="sldNum" idx="138"/>
          </p:nvPr>
        </p:nvSpPr>
        <p:spPr>
          <a:xfrm>
            <a:off x="8728920" y="6426720"/>
            <a:ext cx="282852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
        <p:nvSpPr>
          <p:cNvPr id="437" name="Forma libre: Forma 20"/>
          <p:cNvSpPr/>
          <p:nvPr/>
        </p:nvSpPr>
        <p:spPr>
          <a:xfrm rot="5400000">
            <a:off x="-257040" y="1758240"/>
            <a:ext cx="1499040" cy="983880"/>
          </a:xfrm>
          <a:custGeom>
            <a:avLst/>
            <a:gdLst>
              <a:gd name="textAreaLeft" fmla="*/ 0 w 1499040"/>
              <a:gd name="textAreaRight" fmla="*/ 1499400 w 1499040"/>
              <a:gd name="textAreaTop" fmla="*/ 0 h 983880"/>
              <a:gd name="textAreaBottom" fmla="*/ 984240 h 983880"/>
              <a:gd name="GluePoint1X" fmla="*/ 0 w 1499314"/>
              <a:gd name="GluePoint1Y" fmla="*/ 984061 h 984062"/>
              <a:gd name="GluePoint2X" fmla="*/ 4529 w 1499314"/>
              <a:gd name="GluePoint2Y" fmla="*/ 970053 h 984062"/>
              <a:gd name="GluePoint3X" fmla="*/ 332233 w 1499314"/>
              <a:gd name="GluePoint3Y" fmla="*/ 494045 h 984062"/>
              <a:gd name="GluePoint4X" fmla="*/ 1279519 w 1499314"/>
              <a:gd name="GluePoint4Y" fmla="*/ 36767 h 984062"/>
              <a:gd name="GluePoint5X" fmla="*/ 1499314 w 1499314"/>
              <a:gd name="GluePoint5Y" fmla="*/ 0 h 984062"/>
              <a:gd name="GluePoint6X" fmla="*/ 1499314 w 1499314"/>
              <a:gd name="GluePoint6Y" fmla="*/ 464694 h 984062"/>
              <a:gd name="GluePoint7X" fmla="*/ 1369260 w 1499314"/>
              <a:gd name="GluePoint7Y" fmla="*/ 486368 h 984062"/>
              <a:gd name="GluePoint8X" fmla="*/ 647924 w 1499314"/>
              <a:gd name="GluePoint8Y" fmla="*/ 826920 h 984062"/>
              <a:gd name="GluePoint9X" fmla="*/ 519964 w 1499314"/>
              <a:gd name="GluePoint9Y" fmla="*/ 972270 h 984062"/>
              <a:gd name="GluePoint10X" fmla="*/ 512567 w 1499314"/>
              <a:gd name="GluePoint10Y" fmla="*/ 984062 h 984062"/>
              <a:gd name="GluePoint11X" fmla="*/ 0 w 1499314"/>
              <a:gd name="GluePoint11Y" fmla="*/ 984061 h 9840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38" name="Forma libre: Forma 28"/>
          <p:cNvSpPr/>
          <p:nvPr/>
        </p:nvSpPr>
        <p:spPr>
          <a:xfrm rot="20397000">
            <a:off x="1815120" y="3786480"/>
            <a:ext cx="1809720" cy="2200680"/>
          </a:xfrm>
          <a:custGeom>
            <a:avLst/>
            <a:gdLst>
              <a:gd name="textAreaLeft" fmla="*/ 0 w 1809720"/>
              <a:gd name="textAreaRight" fmla="*/ 1810080 w 1809720"/>
              <a:gd name="textAreaTop" fmla="*/ 0 h 2200680"/>
              <a:gd name="textAreaBottom" fmla="*/ 2201040 h 2200680"/>
              <a:gd name="GluePoint1X" fmla="*/ 1766824 w 1810038"/>
              <a:gd name="GluePoint1Y" fmla="*/ 0 h 2200970"/>
              <a:gd name="GluePoint2X" fmla="*/ 1783627 w 1810038"/>
              <a:gd name="GluePoint2Y" fmla="*/ 137246 h 2200970"/>
              <a:gd name="GluePoint3X" fmla="*/ 1803624 w 1810038"/>
              <a:gd name="GluePoint3Y" fmla="*/ 685304 h 2200970"/>
              <a:gd name="GluePoint4X" fmla="*/ 1470541 w 1810038"/>
              <a:gd name="GluePoint4Y" fmla="*/ 1637527 h 2200970"/>
              <a:gd name="GluePoint5X" fmla="*/ 572023 w 1810038"/>
              <a:gd name="GluePoint5Y" fmla="*/ 2194907 h 2200970"/>
              <a:gd name="GluePoint6X" fmla="*/ 14403 w 1810038"/>
              <a:gd name="GluePoint6Y" fmla="*/ 2110705 h 2200970"/>
              <a:gd name="GluePoint7X" fmla="*/ 16214 w 1810038"/>
              <a:gd name="GluePoint7Y" fmla="*/ 2110345 h 2200970"/>
              <a:gd name="GluePoint8X" fmla="*/ 0 w 1810038"/>
              <a:gd name="GluePoint8Y" fmla="*/ 2102669 h 2200970"/>
              <a:gd name="GluePoint9X" fmla="*/ 157853 w 1810038"/>
              <a:gd name="GluePoint9Y" fmla="*/ 1670165 h 2200970"/>
              <a:gd name="GluePoint10X" fmla="*/ 215477 w 1810038"/>
              <a:gd name="GluePoint10Y" fmla="*/ 1695595 h 2200970"/>
              <a:gd name="GluePoint11X" fmla="*/ 525077 w 1810038"/>
              <a:gd name="GluePoint11Y" fmla="*/ 1738531 h 2200970"/>
              <a:gd name="GluePoint12X" fmla="*/ 1347494 w 1810038"/>
              <a:gd name="GluePoint12Y" fmla="*/ 645152 h 2200970"/>
              <a:gd name="GluePoint13X" fmla="*/ 1306790 w 1810038"/>
              <a:gd name="GluePoint13Y" fmla="*/ 11175 h 2200970"/>
              <a:gd name="GluePoint14X" fmla="*/ 1305421 w 1810038"/>
              <a:gd name="GluePoint14Y" fmla="*/ 0 h 2200970"/>
              <a:gd name="GluePoint15X" fmla="*/ 1766824 w 1810038"/>
              <a:gd name="GluePoint15Y" fmla="*/ 0 h 22009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39" name="Forma libre: Forma 26"/>
          <p:cNvSpPr/>
          <p:nvPr/>
        </p:nvSpPr>
        <p:spPr>
          <a:xfrm rot="20397000">
            <a:off x="696960" y="2849400"/>
            <a:ext cx="1092600" cy="3528720"/>
          </a:xfrm>
          <a:custGeom>
            <a:avLst/>
            <a:gdLst>
              <a:gd name="textAreaLeft" fmla="*/ 0 w 1092600"/>
              <a:gd name="textAreaRight" fmla="*/ 1092960 w 1092600"/>
              <a:gd name="textAreaTop" fmla="*/ 0 h 3528720"/>
              <a:gd name="textAreaBottom" fmla="*/ 3529080 h 3528720"/>
              <a:gd name="GluePoint1X" fmla="*/ 419394 w 1093003"/>
              <a:gd name="GluePoint1Y" fmla="*/ 0 h 3529050"/>
              <a:gd name="GluePoint2X" fmla="*/ 855922 w 1093003"/>
              <a:gd name="GluePoint2Y" fmla="*/ 159322 h 3529050"/>
              <a:gd name="GluePoint3X" fmla="*/ 855748 w 1093003"/>
              <a:gd name="GluePoint3Y" fmla="*/ 160253 h 3529050"/>
              <a:gd name="GluePoint4X" fmla="*/ 684048 w 1093003"/>
              <a:gd name="GluePoint4Y" fmla="*/ 797346 h 3529050"/>
              <a:gd name="GluePoint5X" fmla="*/ 494372 w 1093003"/>
              <a:gd name="GluePoint5Y" fmla="*/ 2291010 h 3529050"/>
              <a:gd name="GluePoint6X" fmla="*/ 858057 w 1093003"/>
              <a:gd name="GluePoint6Y" fmla="*/ 2936057 h 3529050"/>
              <a:gd name="GluePoint7X" fmla="*/ 1074748 w 1093003"/>
              <a:gd name="GluePoint7Y" fmla="*/ 3088490 h 3529050"/>
              <a:gd name="GluePoint8X" fmla="*/ 1093003 w 1093003"/>
              <a:gd name="GluePoint8Y" fmla="*/ 3096546 h 3529050"/>
              <a:gd name="GluePoint9X" fmla="*/ 935150 w 1093003"/>
              <a:gd name="GluePoint9Y" fmla="*/ 3529050 h 3529050"/>
              <a:gd name="GluePoint10X" fmla="*/ 845408 w 1093003"/>
              <a:gd name="GluePoint10Y" fmla="*/ 3486562 h 3529050"/>
              <a:gd name="GluePoint11X" fmla="*/ 547048 w 1093003"/>
              <a:gd name="GluePoint11Y" fmla="*/ 3273307 h 3529050"/>
              <a:gd name="GluePoint12X" fmla="*/ 45470 w 1093003"/>
              <a:gd name="GluePoint12Y" fmla="*/ 2384357 h 3529050"/>
              <a:gd name="GluePoint13X" fmla="*/ 244634 w 1093003"/>
              <a:gd name="GluePoint13Y" fmla="*/ 666882 h 3529050"/>
              <a:gd name="GluePoint14X" fmla="*/ 406618 w 1093003"/>
              <a:gd name="GluePoint14Y" fmla="*/ 68337 h 3529050"/>
              <a:gd name="GluePoint15X" fmla="*/ 419394 w 1093003"/>
              <a:gd name="GluePoint15Y" fmla="*/ 0 h 35290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0" name="Forma libre: Forma 33"/>
          <p:cNvSpPr/>
          <p:nvPr/>
        </p:nvSpPr>
        <p:spPr>
          <a:xfrm rot="21407400">
            <a:off x="4523400" y="1501920"/>
            <a:ext cx="1112400" cy="1995120"/>
          </a:xfrm>
          <a:custGeom>
            <a:avLst/>
            <a:gdLst>
              <a:gd name="textAreaLeft" fmla="*/ 0 w 1112400"/>
              <a:gd name="textAreaRight" fmla="*/ 1112760 w 1112400"/>
              <a:gd name="textAreaTop" fmla="*/ 0 h 1995120"/>
              <a:gd name="textAreaBottom" fmla="*/ 1995480 h 1995120"/>
              <a:gd name="GluePoint1X" fmla="*/ 894749 w 1112631"/>
              <a:gd name="GluePoint1Y" fmla="*/ 292 h 1995475"/>
              <a:gd name="GluePoint2X" fmla="*/ 940725 w 1112631"/>
              <a:gd name="GluePoint2Y" fmla="*/ 7301 h 1995475"/>
              <a:gd name="GluePoint3X" fmla="*/ 984345 w 1112631"/>
              <a:gd name="GluePoint3Y" fmla="*/ 23478 h 1995475"/>
              <a:gd name="GluePoint4X" fmla="*/ 1105320 w 1112631"/>
              <a:gd name="GluePoint4Y" fmla="*/ 287173 h 1995475"/>
              <a:gd name="GluePoint5X" fmla="*/ 1060225 w 1112631"/>
              <a:gd name="GluePoint5Y" fmla="*/ 477944 h 1995475"/>
              <a:gd name="GluePoint6X" fmla="*/ 343141 w 1112631"/>
              <a:gd name="GluePoint6Y" fmla="*/ 1905175 h 1995475"/>
              <a:gd name="GluePoint7X" fmla="*/ 42942 w 1112631"/>
              <a:gd name="GluePoint7Y" fmla="*/ 1994774 h 1995475"/>
              <a:gd name="GluePoint8X" fmla="*/ 1 w 1112631"/>
              <a:gd name="GluePoint8Y" fmla="*/ 1995475 h 1995475"/>
              <a:gd name="GluePoint9X" fmla="*/ 0 w 1112631"/>
              <a:gd name="GluePoint9Y" fmla="*/ 1535812 h 1995475"/>
              <a:gd name="GluePoint10X" fmla="*/ 23301 w 1112631"/>
              <a:gd name="GluePoint10Y" fmla="*/ 1536058 h 1995475"/>
              <a:gd name="GluePoint11X" fmla="*/ 118590 w 1112631"/>
              <a:gd name="GluePoint11Y" fmla="*/ 1504829 h 1995475"/>
              <a:gd name="GluePoint12X" fmla="*/ 420962 w 1112631"/>
              <a:gd name="GluePoint12Y" fmla="*/ 1062901 h 1995475"/>
              <a:gd name="GluePoint13X" fmla="*/ 612953 w 1112631"/>
              <a:gd name="GluePoint13Y" fmla="*/ 376892 h 1995475"/>
              <a:gd name="GluePoint14X" fmla="*/ 661023 w 1112631"/>
              <a:gd name="GluePoint14Y" fmla="*/ 172067 h 1995475"/>
              <a:gd name="GluePoint15X" fmla="*/ 894749 w 1112631"/>
              <a:gd name="GluePoint15Y" fmla="*/ 292 h 19954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1" name="Forma libre: Forma 31"/>
          <p:cNvSpPr/>
          <p:nvPr/>
        </p:nvSpPr>
        <p:spPr>
          <a:xfrm rot="21407400">
            <a:off x="2364480" y="1670040"/>
            <a:ext cx="2165760" cy="2003040"/>
          </a:xfrm>
          <a:custGeom>
            <a:avLst/>
            <a:gdLst>
              <a:gd name="textAreaLeft" fmla="*/ 0 w 2165760"/>
              <a:gd name="textAreaRight" fmla="*/ 2166120 w 2165760"/>
              <a:gd name="textAreaTop" fmla="*/ 0 h 2003040"/>
              <a:gd name="textAreaBottom" fmla="*/ 2003400 h 2003040"/>
              <a:gd name="GluePoint1X" fmla="*/ 866851 w 2165996"/>
              <a:gd name="GluePoint1Y" fmla="*/ 4913 h 2003424"/>
              <a:gd name="GluePoint2X" fmla="*/ 1097864 w 2165996"/>
              <a:gd name="GluePoint2Y" fmla="*/ 73048 h 2003424"/>
              <a:gd name="GluePoint3X" fmla="*/ 1432353 w 2165996"/>
              <a:gd name="GluePoint3Y" fmla="*/ 350268 h 2003424"/>
              <a:gd name="GluePoint4X" fmla="*/ 1672700 w 2165996"/>
              <a:gd name="GluePoint4Y" fmla="*/ 887091 h 2003424"/>
              <a:gd name="GluePoint5X" fmla="*/ 2026437 w 2165996"/>
              <a:gd name="GluePoint5Y" fmla="*/ 1437545 h 2003424"/>
              <a:gd name="GluePoint6X" fmla="*/ 2117619 w 2165996"/>
              <a:gd name="GluePoint6Y" fmla="*/ 1458994 h 2003424"/>
              <a:gd name="GluePoint7X" fmla="*/ 2165995 w 2165996"/>
              <a:gd name="GluePoint7Y" fmla="*/ 1459505 h 2003424"/>
              <a:gd name="GluePoint8X" fmla="*/ 2165996 w 2165996"/>
              <a:gd name="GluePoint8Y" fmla="*/ 1919168 h 2003424"/>
              <a:gd name="GluePoint9X" fmla="*/ 2128623 w 2165996"/>
              <a:gd name="GluePoint9Y" fmla="*/ 1919778 h 2003424"/>
              <a:gd name="GluePoint10X" fmla="*/ 1879507 w 2165996"/>
              <a:gd name="GluePoint10Y" fmla="*/ 1872780 h 2003424"/>
              <a:gd name="GluePoint11X" fmla="*/ 1235542 w 2165996"/>
              <a:gd name="GluePoint11Y" fmla="*/ 1028090 h 2003424"/>
              <a:gd name="GluePoint12X" fmla="*/ 1063654 w 2165996"/>
              <a:gd name="GluePoint12Y" fmla="*/ 623891 h 2003424"/>
              <a:gd name="GluePoint13X" fmla="*/ 742278 w 2165996"/>
              <a:gd name="GluePoint13Y" fmla="*/ 463904 h 2003424"/>
              <a:gd name="GluePoint14X" fmla="*/ 538285 w 2165996"/>
              <a:gd name="GluePoint14Y" fmla="*/ 650244 h 2003424"/>
              <a:gd name="GluePoint15X" fmla="*/ 480588 w 2165996"/>
              <a:gd name="GluePoint15Y" fmla="*/ 1180229 h 2003424"/>
              <a:gd name="GluePoint16X" fmla="*/ 719514 w 2165996"/>
              <a:gd name="GluePoint16Y" fmla="*/ 1826134 h 2003424"/>
              <a:gd name="GluePoint17X" fmla="*/ 738772 w 2165996"/>
              <a:gd name="GluePoint17Y" fmla="*/ 1869756 h 2003424"/>
              <a:gd name="GluePoint18X" fmla="*/ 297155 w 2165996"/>
              <a:gd name="GluePoint18Y" fmla="*/ 2003424 h 2003424"/>
              <a:gd name="GluePoint19X" fmla="*/ 222244 w 2165996"/>
              <a:gd name="GluePoint19Y" fmla="*/ 1833742 h 2003424"/>
              <a:gd name="GluePoint20X" fmla="*/ 32384 w 2165996"/>
              <a:gd name="GluePoint20Y" fmla="*/ 1273948 h 2003424"/>
              <a:gd name="GluePoint21X" fmla="*/ 135792 w 2165996"/>
              <a:gd name="GluePoint21Y" fmla="*/ 431721 h 2003424"/>
              <a:gd name="GluePoint22X" fmla="*/ 637235 w 2165996"/>
              <a:gd name="GluePoint22Y" fmla="*/ 17301 h 2003424"/>
              <a:gd name="GluePoint23X" fmla="*/ 866851 w 2165996"/>
              <a:gd name="GluePoint23Y" fmla="*/ 4913 h 20034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con imagen">
    <p:bg>
      <p:bgPr>
        <a:solidFill>
          <a:srgbClr val="3d47a1"/>
        </a:solidFill>
      </p:bgPr>
    </p:bg>
    <p:spTree>
      <p:nvGrpSpPr>
        <p:cNvPr id="1" name=""/>
        <p:cNvGrpSpPr/>
        <p:nvPr/>
      </p:nvGrpSpPr>
      <p:grpSpPr>
        <a:xfrm>
          <a:off x="0" y="0"/>
          <a:ext cx="0" cy="0"/>
          <a:chOff x="0" y="0"/>
          <a:chExt cx="0" cy="0"/>
        </a:xfrm>
      </p:grpSpPr>
      <p:sp>
        <p:nvSpPr>
          <p:cNvPr id="442" name="PlaceHolder 1"/>
          <p:cNvSpPr>
            <a:spLocks noGrp="1"/>
          </p:cNvSpPr>
          <p:nvPr>
            <p:ph type="title"/>
          </p:nvPr>
        </p:nvSpPr>
        <p:spPr>
          <a:xfrm>
            <a:off x="612720" y="4038480"/>
            <a:ext cx="10966320" cy="1498320"/>
          </a:xfrm>
          <a:prstGeom prst="rect">
            <a:avLst/>
          </a:prstGeom>
          <a:noFill/>
          <a:ln w="0">
            <a:noFill/>
          </a:ln>
        </p:spPr>
        <p:txBody>
          <a:bodyPr lIns="91440" rIns="91440" tIns="45720" bIns="45720" anchor="b">
            <a:noAutofit/>
          </a:bodyPr>
          <a:p>
            <a:pPr indent="0" algn="ctr" defTabSz="914400">
              <a:lnSpc>
                <a:spcPct val="90000"/>
              </a:lnSpc>
              <a:buNone/>
            </a:pPr>
            <a:r>
              <a:rPr lang="es" sz="4800" b="0" u="none" strike="noStrike" cap="all">
                <a:solidFill>
                  <a:schemeClr val="lt1"/>
                </a:solidFill>
                <a:effectLst/>
                <a:uFillTx/>
                <a:latin typeface="Verdana Pro Black"/>
              </a:rPr>
              <a:t>Haga clic para modificar el estilo de título del patrón</a:t>
            </a:r>
            <a:endParaRPr lang="en-US" sz="4800" b="0" u="none" strike="noStrike">
              <a:solidFill>
                <a:schemeClr val="lt1"/>
              </a:solidFill>
              <a:effectLst/>
              <a:uFillTx/>
              <a:latin typeface="Corbel"/>
            </a:endParaRPr>
          </a:p>
        </p:txBody>
      </p:sp>
      <p:sp>
        <p:nvSpPr>
          <p:cNvPr id="443" name="PlaceHolder 2"/>
          <p:cNvSpPr>
            <a:spLocks noGrp="1"/>
          </p:cNvSpPr>
          <p:nvPr>
            <p:ph type="body"/>
          </p:nvPr>
        </p:nvSpPr>
        <p:spPr>
          <a:xfrm>
            <a:off x="612720" y="406440"/>
            <a:ext cx="10911600" cy="3225600"/>
          </a:xfrm>
          <a:prstGeom prst="rect">
            <a:avLst/>
          </a:prstGeom>
          <a:blipFill rotWithShape="0">
            <a:blip r:embed="rId2">
              <a:alphaModFix amt="85000"/>
            </a:blip>
            <a:stretch/>
          </a:blipFill>
          <a:ln w="0">
            <a:noFill/>
          </a:ln>
        </p:spPr>
        <p:txBody>
          <a:bodyPr lIns="90000" rIns="90000" tIns="45000" bIns="45000" anchor="t">
            <a:noAutofit/>
          </a:bodyPr>
          <a:p>
            <a:pPr indent="0" defTabSz="914400">
              <a:lnSpc>
                <a:spcPct val="100000"/>
              </a:lnSpc>
              <a:buNone/>
              <a:tabLst>
                <a:tab algn="l" pos="0"/>
              </a:tabLst>
            </a:pPr>
            <a:r>
              <a:rPr lang="es" sz="1800" b="0" u="none" strike="noStrike">
                <a:solidFill>
                  <a:schemeClr val="lt1"/>
                </a:solidFill>
                <a:effectLst/>
                <a:uFillTx/>
                <a:latin typeface="Corbel"/>
              </a:rPr>
              <a:t>   </a:t>
            </a:r>
            <a:endParaRPr lang="en-US" sz="1800" b="0" u="none" spc="99" strike="noStrike">
              <a:solidFill>
                <a:schemeClr val="lt1"/>
              </a:solidFill>
              <a:effectLst/>
              <a:uFillTx/>
              <a:latin typeface="Corbel"/>
            </a:endParaRPr>
          </a:p>
        </p:txBody>
      </p:sp>
      <p:sp>
        <p:nvSpPr>
          <p:cNvPr id="444" name="Forma libre: Forma 31"/>
          <p:cNvSpPr/>
          <p:nvPr/>
        </p:nvSpPr>
        <p:spPr>
          <a:xfrm flipH="1" rot="13532400">
            <a:off x="9248400" y="-206640"/>
            <a:ext cx="569520" cy="542880"/>
          </a:xfrm>
          <a:custGeom>
            <a:avLst/>
            <a:gdLst>
              <a:gd name="textAreaLeft" fmla="*/ 360 w 569520"/>
              <a:gd name="textAreaRight" fmla="*/ 570240 w 569520"/>
              <a:gd name="textAreaTop" fmla="*/ 0 h 542880"/>
              <a:gd name="textAreaBottom" fmla="*/ 543240 h 542880"/>
              <a:gd name="GluePoint1X" fmla="*/ 0 w 569715"/>
              <a:gd name="GluePoint1Y" fmla="*/ 99909 h 543106"/>
              <a:gd name="GluePoint2X" fmla="*/ 434914 w 569715"/>
              <a:gd name="GluePoint2Y" fmla="*/ 543106 h 543106"/>
              <a:gd name="GluePoint3X" fmla="*/ 457954 w 569715"/>
              <a:gd name="GluePoint3Y" fmla="*/ 539784 h 543106"/>
              <a:gd name="GluePoint4X" fmla="*/ 544251 w 569715"/>
              <a:gd name="GluePoint4Y" fmla="*/ 538585 h 543106"/>
              <a:gd name="GluePoint5X" fmla="*/ 569715 w 569715"/>
              <a:gd name="GluePoint5Y" fmla="*/ 541921 h 543106"/>
              <a:gd name="GluePoint6X" fmla="*/ 569715 w 569715"/>
              <a:gd name="GluePoint6Y" fmla="*/ 0 h 543106"/>
              <a:gd name="GluePoint7X" fmla="*/ 418100 w 569715"/>
              <a:gd name="GluePoint7Y" fmla="*/ 1272 h 543106"/>
              <a:gd name="GluePoint8X" fmla="*/ 100821 w 569715"/>
              <a:gd name="GluePoint8Y" fmla="*/ 61794 h 54310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5" name="Forma libre: Forma 33"/>
          <p:cNvSpPr/>
          <p:nvPr/>
        </p:nvSpPr>
        <p:spPr>
          <a:xfrm flipH="1" rot="15879600">
            <a:off x="10967400" y="1949400"/>
            <a:ext cx="1569240" cy="837720"/>
          </a:xfrm>
          <a:custGeom>
            <a:avLst/>
            <a:gdLst>
              <a:gd name="textAreaLeft" fmla="*/ -360 w 1569240"/>
              <a:gd name="textAreaRight" fmla="*/ 1569240 w 1569240"/>
              <a:gd name="textAreaTop" fmla="*/ 0 h 837720"/>
              <a:gd name="textAreaBottom" fmla="*/ 838080 h 837720"/>
              <a:gd name="GluePoint1X" fmla="*/ 0 w 1569696"/>
              <a:gd name="GluePoint1Y" fmla="*/ 541207 h 837961"/>
              <a:gd name="GluePoint2X" fmla="*/ 133567 w 1569696"/>
              <a:gd name="GluePoint2Y" fmla="*/ 540140 h 837961"/>
              <a:gd name="GluePoint3X" fmla="*/ 576680 w 1569696"/>
              <a:gd name="GluePoint3Y" fmla="*/ 553513 h 837961"/>
              <a:gd name="GluePoint4X" fmla="*/ 1005705 w 1569696"/>
              <a:gd name="GluePoint4Y" fmla="*/ 791940 h 837961"/>
              <a:gd name="GluePoint5X" fmla="*/ 1024126 w 1569696"/>
              <a:gd name="GluePoint5Y" fmla="*/ 837961 h 837961"/>
              <a:gd name="GluePoint6X" fmla="*/ 1569696 w 1569696"/>
              <a:gd name="GluePoint6Y" fmla="*/ 786936 h 837961"/>
              <a:gd name="GluePoint7X" fmla="*/ 1558357 w 1569696"/>
              <a:gd name="GluePoint7Y" fmla="*/ 732581 h 837961"/>
              <a:gd name="GluePoint8X" fmla="*/ 1483224 w 1569696"/>
              <a:gd name="GluePoint8Y" fmla="*/ 541822 h 837961"/>
              <a:gd name="GluePoint9X" fmla="*/ 653571 w 1569696"/>
              <a:gd name="GluePoint9Y" fmla="*/ 20297 h 837961"/>
              <a:gd name="GluePoint10X" fmla="*/ 126581 w 1569696"/>
              <a:gd name="GluePoint10Y" fmla="*/ 1362 h 837961"/>
              <a:gd name="GluePoint11X" fmla="*/ 1 w 1569696"/>
              <a:gd name="GluePoint11Y" fmla="*/ 2050 h 837961"/>
              <a:gd name="GluePoint12X" fmla="*/ 0 w 1569696"/>
              <a:gd name="GluePoint12Y" fmla="*/ 541207 h 8379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6" name="Forma libre: Forma 11"/>
          <p:cNvSpPr/>
          <p:nvPr/>
        </p:nvSpPr>
        <p:spPr>
          <a:xfrm flipH="1" rot="15879600">
            <a:off x="9821880" y="-227520"/>
            <a:ext cx="1664640" cy="2148480"/>
          </a:xfrm>
          <a:custGeom>
            <a:avLst/>
            <a:gdLst>
              <a:gd name="textAreaLeft" fmla="*/ 360 w 1664640"/>
              <a:gd name="textAreaRight" fmla="*/ 1665360 w 1664640"/>
              <a:gd name="textAreaTop" fmla="*/ 0 h 2148480"/>
              <a:gd name="textAreaBottom" fmla="*/ 2148840 h 2148480"/>
              <a:gd name="GluePoint1X" fmla="*/ 341896 w 1665084"/>
              <a:gd name="GluePoint1Y" fmla="*/ 0 h 2148669"/>
              <a:gd name="GluePoint2X" fmla="*/ 349805 w 1665084"/>
              <a:gd name="GluePoint2Y" fmla="*/ 6322 h 2148669"/>
              <a:gd name="GluePoint3X" fmla="*/ 612422 w 1665084"/>
              <a:gd name="GluePoint3Y" fmla="*/ 388163 h 2148669"/>
              <a:gd name="GluePoint4X" fmla="*/ 722991 w 1665084"/>
              <a:gd name="GluePoint4Y" fmla="*/ 872653 h 2148669"/>
              <a:gd name="GluePoint5X" fmla="*/ 828306 w 1665084"/>
              <a:gd name="GluePoint5Y" fmla="*/ 1315031 h 2148669"/>
              <a:gd name="GluePoint6X" fmla="*/ 1608513 w 1665084"/>
              <a:gd name="GluePoint6Y" fmla="*/ 1609375 h 2148669"/>
              <a:gd name="GluePoint7X" fmla="*/ 1665084 w 1665084"/>
              <a:gd name="GluePoint7Y" fmla="*/ 1609068 h 2148669"/>
              <a:gd name="GluePoint8X" fmla="*/ 1665084 w 1665084"/>
              <a:gd name="GluePoint8Y" fmla="*/ 2148225 h 2148669"/>
              <a:gd name="GluePoint9X" fmla="*/ 1609449 w 1665084"/>
              <a:gd name="GluePoint9Y" fmla="*/ 2148669 h 2148669"/>
              <a:gd name="GluePoint10X" fmla="*/ 1023644 w 1665084"/>
              <a:gd name="GluePoint10Y" fmla="*/ 2089736 h 2148669"/>
              <a:gd name="GluePoint11X" fmla="*/ 338579 w 1665084"/>
              <a:gd name="GluePoint11Y" fmla="*/ 1540519 h 2148669"/>
              <a:gd name="GluePoint12X" fmla="*/ 188894 w 1665084"/>
              <a:gd name="GluePoint12Y" fmla="*/ 948505 h 2148669"/>
              <a:gd name="GluePoint13X" fmla="*/ 36276 w 1665084"/>
              <a:gd name="GluePoint13Y" fmla="*/ 458792 h 2148669"/>
              <a:gd name="GluePoint14X" fmla="*/ 0 w 1665084"/>
              <a:gd name="GluePoint14Y" fmla="*/ 420458 h 2148669"/>
              <a:gd name="GluePoint15X" fmla="*/ 341896 w 1665084"/>
              <a:gd name="GluePoint15Y" fmla="*/ 0 h 21486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7" name="Forma libre: Forma 17"/>
          <p:cNvSpPr/>
          <p:nvPr/>
        </p:nvSpPr>
        <p:spPr>
          <a:xfrm>
            <a:off x="1987920" y="-12600"/>
            <a:ext cx="1734120" cy="831600"/>
          </a:xfrm>
          <a:custGeom>
            <a:avLst/>
            <a:gdLst>
              <a:gd name="textAreaLeft" fmla="*/ 0 w 1734120"/>
              <a:gd name="textAreaRight" fmla="*/ 1734480 w 1734120"/>
              <a:gd name="textAreaTop" fmla="*/ 0 h 831600"/>
              <a:gd name="textAreaBottom" fmla="*/ 831960 h 831600"/>
              <a:gd name="GluePoint1X" fmla="*/ 1187163 w 1734332"/>
              <a:gd name="GluePoint1Y" fmla="*/ 0 h 832050"/>
              <a:gd name="GluePoint2X" fmla="*/ 1734332 w 1734332"/>
              <a:gd name="GluePoint2Y" fmla="*/ 0 h 832050"/>
              <a:gd name="GluePoint3X" fmla="*/ 1721011 w 1734332"/>
              <a:gd name="GluePoint3Y" fmla="*/ 91299 h 832050"/>
              <a:gd name="GluePoint4X" fmla="*/ 1552752 w 1734332"/>
              <a:gd name="GluePoint4Y" fmla="*/ 456599 h 832050"/>
              <a:gd name="GluePoint5X" fmla="*/ 647370 w 1734332"/>
              <a:gd name="GluePoint5Y" fmla="*/ 831562 h 832050"/>
              <a:gd name="GluePoint6X" fmla="*/ 124671 w 1734332"/>
              <a:gd name="GluePoint6Y" fmla="*/ 761828 h 832050"/>
              <a:gd name="GluePoint7X" fmla="*/ 0 w 1734332"/>
              <a:gd name="GluePoint7Y" fmla="*/ 739916 h 832050"/>
              <a:gd name="GluePoint8X" fmla="*/ 90442 w 1734332"/>
              <a:gd name="GluePoint8Y" fmla="*/ 208399 h 832050"/>
              <a:gd name="GluePoint9X" fmla="*/ 221937 w 1734332"/>
              <a:gd name="GluePoint9Y" fmla="*/ 231857 h 832050"/>
              <a:gd name="GluePoint10X" fmla="*/ 661014 w 1734332"/>
              <a:gd name="GluePoint10Y" fmla="*/ 293004 h 832050"/>
              <a:gd name="GluePoint11X" fmla="*/ 1123956 w 1734332"/>
              <a:gd name="GluePoint11Y" fmla="*/ 129923 h 832050"/>
              <a:gd name="GluePoint12X" fmla="*/ 1169850 w 1734332"/>
              <a:gd name="GluePoint12Y" fmla="*/ 54946 h 832050"/>
              <a:gd name="GluePoint13X" fmla="*/ 1187163 w 1734332"/>
              <a:gd name="GluePoint13Y" fmla="*/ 0 h 8320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8" name="Forma libre: Forma 24"/>
          <p:cNvSpPr/>
          <p:nvPr/>
        </p:nvSpPr>
        <p:spPr>
          <a:xfrm>
            <a:off x="159840" y="1632240"/>
            <a:ext cx="41040" cy="73080"/>
          </a:xfrm>
          <a:custGeom>
            <a:avLst/>
            <a:gdLst>
              <a:gd name="textAreaLeft" fmla="*/ 0 w 41040"/>
              <a:gd name="textAreaRight" fmla="*/ 41400 w 41040"/>
              <a:gd name="textAreaTop" fmla="*/ 0 h 73080"/>
              <a:gd name="textAreaBottom" fmla="*/ 73440 h 73080"/>
              <a:gd name="GluePoint1X" fmla="*/ 0 w 41382"/>
              <a:gd name="GluePoint1Y" fmla="*/ 0 h 73265"/>
              <a:gd name="GluePoint2X" fmla="*/ 41382 w 41382"/>
              <a:gd name="GluePoint2Y" fmla="*/ 73265 h 73265"/>
              <a:gd name="GluePoint3X" fmla="*/ 0 w 41382"/>
              <a:gd name="GluePoint3Y" fmla="*/ 0 h 73265"/>
              <a:gd name="GluePoint4X" fmla="*/ 0 w 41382"/>
              <a:gd name="GluePoint4Y" fmla="*/ 0 h 7326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382" h="73265">
                <a:moveTo>
                  <a:pt x="0" y="0"/>
                </a:moveTo>
                <a:lnTo>
                  <a:pt x="41382" y="73265"/>
                </a:lnTo>
                <a:lnTo>
                  <a:pt x="0" y="0"/>
                </a:lnTo>
                <a:lnTo>
                  <a:pt x="0"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28440" bIns="2844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49" name="Forma libre: Forma 29"/>
          <p:cNvSpPr/>
          <p:nvPr/>
        </p:nvSpPr>
        <p:spPr>
          <a:xfrm rot="1885200">
            <a:off x="70200" y="970560"/>
            <a:ext cx="674280" cy="1420560"/>
          </a:xfrm>
          <a:custGeom>
            <a:avLst/>
            <a:gdLst>
              <a:gd name="textAreaLeft" fmla="*/ 0 w 674280"/>
              <a:gd name="textAreaRight" fmla="*/ 674640 w 674280"/>
              <a:gd name="textAreaTop" fmla="*/ 0 h 1420560"/>
              <a:gd name="textAreaBottom" fmla="*/ 1420920 h 1420560"/>
              <a:gd name="GluePoint1X" fmla="*/ 23730 w 674551"/>
              <a:gd name="GluePoint1Y" fmla="*/ 0 h 1420844"/>
              <a:gd name="GluePoint2X" fmla="*/ 575801 w 674551"/>
              <a:gd name="GluePoint2Y" fmla="*/ 0 h 1420844"/>
              <a:gd name="GluePoint3X" fmla="*/ 597615 w 674551"/>
              <a:gd name="GluePoint3Y" fmla="*/ 98935 h 1420844"/>
              <a:gd name="GluePoint4X" fmla="*/ 674551 w 674551"/>
              <a:gd name="GluePoint4Y" fmla="*/ 589890 h 1420844"/>
              <a:gd name="GluePoint5X" fmla="*/ 572218 w 674551"/>
              <a:gd name="GluePoint5Y" fmla="*/ 1041884 h 1420844"/>
              <a:gd name="GluePoint6X" fmla="*/ 567217 w 674551"/>
              <a:gd name="GluePoint6Y" fmla="*/ 1050687 h 1420844"/>
              <a:gd name="GluePoint7X" fmla="*/ 567219 w 674551"/>
              <a:gd name="GluePoint7Y" fmla="*/ 1050689 h 1420844"/>
              <a:gd name="GluePoint8X" fmla="*/ 492322 w 674551"/>
              <a:gd name="GluePoint8Y" fmla="*/ 1182518 h 1420844"/>
              <a:gd name="GluePoint9X" fmla="*/ 395029 w 674551"/>
              <a:gd name="GluePoint9Y" fmla="*/ 1313220 h 1420844"/>
              <a:gd name="GluePoint10X" fmla="*/ 293870 w 674551"/>
              <a:gd name="GluePoint10Y" fmla="*/ 1420844 h 1420844"/>
              <a:gd name="GluePoint11X" fmla="*/ 0 w 674551"/>
              <a:gd name="GluePoint11Y" fmla="*/ 939764 h 1420844"/>
              <a:gd name="GluePoint12X" fmla="*/ 41280 w 674551"/>
              <a:gd name="GluePoint12Y" fmla="*/ 885627 h 1420844"/>
              <a:gd name="GluePoint13X" fmla="*/ 84325 w 674551"/>
              <a:gd name="GluePoint13Y" fmla="*/ 810822 h 1420844"/>
              <a:gd name="GluePoint14X" fmla="*/ 93803 w 674551"/>
              <a:gd name="GluePoint14Y" fmla="*/ 786954 h 1420844"/>
              <a:gd name="GluePoint15X" fmla="*/ 93802 w 674551"/>
              <a:gd name="GluePoint15Y" fmla="*/ 786954 h 1420844"/>
              <a:gd name="GluePoint16X" fmla="*/ 113279 w 674551"/>
              <a:gd name="GluePoint16Y" fmla="*/ 737902 h 1420844"/>
              <a:gd name="GluePoint17X" fmla="*/ 73459 w 674551"/>
              <a:gd name="GluePoint17Y" fmla="*/ 226506 h 1420844"/>
              <a:gd name="GluePoint18X" fmla="*/ 41037 w 674551"/>
              <a:gd name="GluePoint18Y" fmla="*/ 89299 h 1420844"/>
              <a:gd name="GluePoint19X" fmla="*/ 23730 w 674551"/>
              <a:gd name="GluePoint19Y" fmla="*/ 0 h 142084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Lst>
            <a:rect l="textAreaLeft" t="textAreaTop" r="textAreaRight" b="textAreaBottom"/>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0" name="Forma libre: Forma 28"/>
          <p:cNvSpPr/>
          <p:nvPr/>
        </p:nvSpPr>
        <p:spPr>
          <a:xfrm rot="1885200">
            <a:off x="767880" y="-120240"/>
            <a:ext cx="1207800" cy="1434600"/>
          </a:xfrm>
          <a:custGeom>
            <a:avLst/>
            <a:gdLst>
              <a:gd name="textAreaLeft" fmla="*/ 0 w 1207800"/>
              <a:gd name="textAreaRight" fmla="*/ 1208160 w 1207800"/>
              <a:gd name="textAreaTop" fmla="*/ 0 h 1434600"/>
              <a:gd name="textAreaBottom" fmla="*/ 1434960 h 1434600"/>
              <a:gd name="GluePoint1X" fmla="*/ 557073 w 1208332"/>
              <a:gd name="GluePoint1Y" fmla="*/ 211339 h 1435012"/>
              <a:gd name="GluePoint2X" fmla="*/ 956603 w 1208332"/>
              <a:gd name="GluePoint2Y" fmla="*/ 20214 h 1435012"/>
              <a:gd name="GluePoint3X" fmla="*/ 1008439 w 1208332"/>
              <a:gd name="GluePoint3Y" fmla="*/ 0 h 1435012"/>
              <a:gd name="GluePoint4X" fmla="*/ 1208332 w 1208332"/>
              <a:gd name="GluePoint4Y" fmla="*/ 500732 h 1435012"/>
              <a:gd name="GluePoint5X" fmla="*/ 1155679 w 1208332"/>
              <a:gd name="GluePoint5Y" fmla="*/ 521421 h 1435012"/>
              <a:gd name="GluePoint6X" fmla="*/ 540204 w 1208332"/>
              <a:gd name="GluePoint6Y" fmla="*/ 1084050 h 1435012"/>
              <a:gd name="GluePoint7X" fmla="*/ 556253 w 1208332"/>
              <a:gd name="GluePoint7Y" fmla="*/ 1306467 h 1435012"/>
              <a:gd name="GluePoint8X" fmla="*/ 584594 w 1208332"/>
              <a:gd name="GluePoint8Y" fmla="*/ 1435012 h 1435012"/>
              <a:gd name="GluePoint9X" fmla="*/ 32523 w 1208332"/>
              <a:gd name="GluePoint9Y" fmla="*/ 1435012 h 1435012"/>
              <a:gd name="GluePoint10X" fmla="*/ 21424 w 1208332"/>
              <a:gd name="GluePoint10Y" fmla="*/ 1377740 h 1435012"/>
              <a:gd name="GluePoint11X" fmla="*/ 1778 w 1208332"/>
              <a:gd name="GluePoint11Y" fmla="*/ 1056200 h 1435012"/>
              <a:gd name="GluePoint12X" fmla="*/ 434397 w 1208332"/>
              <a:gd name="GluePoint12Y" fmla="*/ 292135 h 1435012"/>
              <a:gd name="GluePoint13X" fmla="*/ 557073 w 1208332"/>
              <a:gd name="GluePoint13Y" fmla="*/ 211339 h 143501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con imagen 2">
    <p:bg>
      <p:bgPr>
        <a:solidFill>
          <a:srgbClr val="3d47a1"/>
        </a:solidFill>
      </p:bgPr>
    </p:bg>
    <p:spTree>
      <p:nvGrpSpPr>
        <p:cNvPr id="1" name=""/>
        <p:cNvGrpSpPr/>
        <p:nvPr/>
      </p:nvGrpSpPr>
      <p:grpSpPr>
        <a:xfrm>
          <a:off x="0" y="0"/>
          <a:ext cx="0" cy="0"/>
          <a:chOff x="0" y="0"/>
          <a:chExt cx="0" cy="0"/>
        </a:xfrm>
      </p:grpSpPr>
      <p:sp>
        <p:nvSpPr>
          <p:cNvPr id="451" name="PlaceHolder 1"/>
          <p:cNvSpPr>
            <a:spLocks noGrp="1"/>
          </p:cNvSpPr>
          <p:nvPr>
            <p:ph type="title"/>
          </p:nvPr>
        </p:nvSpPr>
        <p:spPr>
          <a:xfrm>
            <a:off x="6883560" y="635040"/>
            <a:ext cx="4673880" cy="3969360"/>
          </a:xfrm>
          <a:prstGeom prst="rect">
            <a:avLst/>
          </a:prstGeom>
          <a:noFill/>
          <a:ln w="0">
            <a:noFill/>
          </a:ln>
        </p:spPr>
        <p:txBody>
          <a:bodyPr lIns="91440" rIns="91440" tIns="45720" bIns="45720" anchor="b">
            <a:normAutofit lnSpcReduction="9999"/>
          </a:bodyPr>
          <a:p>
            <a:pPr indent="0" defTabSz="914400">
              <a:lnSpc>
                <a:spcPct val="90000"/>
              </a:lnSpc>
              <a:buNone/>
            </a:pPr>
            <a:r>
              <a:rPr lang="es" sz="4800" b="0" u="none" strike="noStrike" cap="all">
                <a:solidFill>
                  <a:schemeClr val="lt1"/>
                </a:solidFill>
                <a:effectLst/>
                <a:uFillTx/>
                <a:latin typeface="Verdana Pro Black"/>
              </a:rPr>
              <a:t>Haga clic para modificar el estilo de título del patrón</a:t>
            </a:r>
            <a:endParaRPr lang="en-US" sz="4800" b="0" u="none" strike="noStrike">
              <a:solidFill>
                <a:schemeClr val="lt1"/>
              </a:solidFill>
              <a:effectLst/>
              <a:uFillTx/>
              <a:latin typeface="Corbel"/>
            </a:endParaRPr>
          </a:p>
        </p:txBody>
      </p:sp>
      <p:sp>
        <p:nvSpPr>
          <p:cNvPr id="452" name="PlaceHolder 2"/>
          <p:cNvSpPr>
            <a:spLocks noGrp="1"/>
          </p:cNvSpPr>
          <p:nvPr>
            <p:ph type="body"/>
          </p:nvPr>
        </p:nvSpPr>
        <p:spPr>
          <a:xfrm>
            <a:off x="1145160" y="698760"/>
            <a:ext cx="4930560" cy="545976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lt1"/>
                </a:solidFill>
                <a:effectLst/>
                <a:uFillTx/>
                <a:latin typeface="Corbel"/>
              </a:rPr>
              <a:t>   </a:t>
            </a:r>
            <a:endParaRPr lang="en-US" sz="1800" b="0" u="none" spc="99" strike="noStrike">
              <a:solidFill>
                <a:schemeClr val="lt1"/>
              </a:solidFill>
              <a:effectLst/>
              <a:uFillTx/>
              <a:latin typeface="Corbel"/>
            </a:endParaRPr>
          </a:p>
        </p:txBody>
      </p:sp>
      <p:sp>
        <p:nvSpPr>
          <p:cNvPr id="453" name="Forma libre: Forma 52"/>
          <p:cNvSpPr/>
          <p:nvPr/>
        </p:nvSpPr>
        <p:spPr>
          <a:xfrm rot="15771600">
            <a:off x="-1080" y="1334520"/>
            <a:ext cx="10800" cy="6480"/>
          </a:xfrm>
          <a:custGeom>
            <a:avLst/>
            <a:gdLst>
              <a:gd name="textAreaLeft" fmla="*/ 0 w 10800"/>
              <a:gd name="textAreaRight" fmla="*/ 11160 w 10800"/>
              <a:gd name="textAreaTop" fmla="*/ 0 h 6480"/>
              <a:gd name="textAreaBottom" fmla="*/ 6840 h 6480"/>
              <a:gd name="GluePoint1X" fmla="*/ 11116 w 11116"/>
              <a:gd name="GluePoint1Y" fmla="*/ 0 h 6697"/>
              <a:gd name="GluePoint2X" fmla="*/ 0 w 11116"/>
              <a:gd name="GluePoint2Y" fmla="*/ 6697 h 6697"/>
              <a:gd name="GluePoint3X" fmla="*/ 0 w 11116"/>
              <a:gd name="GluePoint3Y" fmla="*/ 6696 h 6697"/>
              <a:gd name="GluePoint4X" fmla="*/ 11115 w 11116"/>
              <a:gd name="GluePoint4Y" fmla="*/ 0 h 6697"/>
              <a:gd name="GluePoint5X" fmla="*/ 11116 w 11116"/>
              <a:gd name="GluePoint5Y" fmla="*/ 0 h 669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38160" bIns="-3816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4" name="Forma libre: Forma 50"/>
          <p:cNvSpPr/>
          <p:nvPr/>
        </p:nvSpPr>
        <p:spPr>
          <a:xfrm rot="15771600">
            <a:off x="1276200" y="3864960"/>
            <a:ext cx="360" cy="523080"/>
          </a:xfrm>
          <a:custGeom>
            <a:avLst/>
            <a:gdLst>
              <a:gd name="textAreaLeft" fmla="*/ 0 w 360"/>
              <a:gd name="textAreaRight" fmla="*/ 720 w 360"/>
              <a:gd name="textAreaTop" fmla="*/ 0 h 523080"/>
              <a:gd name="textAreaBottom" fmla="*/ 523440 h 523080"/>
              <a:gd name="GluePoint1X" fmla="*/ 2 w 2"/>
              <a:gd name="GluePoint1Y" fmla="*/ 523509 h 523509"/>
              <a:gd name="GluePoint2X" fmla="*/ 1 w 2"/>
              <a:gd name="GluePoint2Y" fmla="*/ 523509 h 523509"/>
              <a:gd name="GluePoint3X" fmla="*/ 0 w 2"/>
              <a:gd name="GluePoint3Y" fmla="*/ 0 h 523509"/>
              <a:gd name="GluePoint4X" fmla="*/ 1 w 2"/>
              <a:gd name="GluePoint4Y" fmla="*/ 0 h 523509"/>
              <a:gd name="GluePoint5X" fmla="*/ 2 w 2"/>
              <a:gd name="GluePoint5Y" fmla="*/ 523509 h 5235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5" name="Forma libre: Forma 46"/>
          <p:cNvSpPr/>
          <p:nvPr/>
        </p:nvSpPr>
        <p:spPr>
          <a:xfrm rot="15771600">
            <a:off x="-374040" y="1002600"/>
            <a:ext cx="434520" cy="261720"/>
          </a:xfrm>
          <a:custGeom>
            <a:avLst/>
            <a:gdLst>
              <a:gd name="textAreaLeft" fmla="*/ 0 w 434520"/>
              <a:gd name="textAreaRight" fmla="*/ 434880 w 434520"/>
              <a:gd name="textAreaTop" fmla="*/ 0 h 261720"/>
              <a:gd name="textAreaBottom" fmla="*/ 262080 h 261720"/>
              <a:gd name="GluePoint1X" fmla="*/ 434811 w 434811"/>
              <a:gd name="GluePoint1Y" fmla="*/ 1 h 261948"/>
              <a:gd name="GluePoint2X" fmla="*/ 1 w 434811"/>
              <a:gd name="GluePoint2Y" fmla="*/ 261948 h 261948"/>
              <a:gd name="GluePoint3X" fmla="*/ 0 w 434811"/>
              <a:gd name="GluePoint3Y" fmla="*/ 261948 h 261948"/>
              <a:gd name="GluePoint4X" fmla="*/ 434810 w 434811"/>
              <a:gd name="GluePoint4Y" fmla="*/ 0 h 261948"/>
              <a:gd name="GluePoint5X" fmla="*/ 434811 w 434811"/>
              <a:gd name="GluePoint5Y" fmla="*/ 1 h 26194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6" name="Forma libre: Forma 45"/>
          <p:cNvSpPr/>
          <p:nvPr/>
        </p:nvSpPr>
        <p:spPr>
          <a:xfrm rot="15771600">
            <a:off x="-5400" y="1337400"/>
            <a:ext cx="17640" cy="8640"/>
          </a:xfrm>
          <a:custGeom>
            <a:avLst/>
            <a:gdLst>
              <a:gd name="textAreaLeft" fmla="*/ 0 w 17640"/>
              <a:gd name="textAreaRight" fmla="*/ 18000 w 17640"/>
              <a:gd name="textAreaTop" fmla="*/ 0 h 8640"/>
              <a:gd name="textAreaBottom" fmla="*/ 9000 h 8640"/>
              <a:gd name="GluePoint1X" fmla="*/ 18177 w 18177"/>
              <a:gd name="GluePoint1Y" fmla="*/ 2278 h 8974"/>
              <a:gd name="GluePoint2X" fmla="*/ 7062 w 18177"/>
              <a:gd name="GluePoint2Y" fmla="*/ 8974 h 8974"/>
              <a:gd name="GluePoint3X" fmla="*/ 0 w 18177"/>
              <a:gd name="GluePoint3Y" fmla="*/ 0 h 8974"/>
              <a:gd name="GluePoint4X" fmla="*/ 18177 w 18177"/>
              <a:gd name="GluePoint4Y" fmla="*/ 2278 h 89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36000" bIns="-36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7" name="Forma libre: Forma 43"/>
          <p:cNvSpPr/>
          <p:nvPr/>
        </p:nvSpPr>
        <p:spPr>
          <a:xfrm rot="15771600">
            <a:off x="-399240" y="2386080"/>
            <a:ext cx="2233440" cy="1370880"/>
          </a:xfrm>
          <a:custGeom>
            <a:avLst/>
            <a:gdLst>
              <a:gd name="textAreaLeft" fmla="*/ 0 w 2233440"/>
              <a:gd name="textAreaRight" fmla="*/ 2233800 w 2233440"/>
              <a:gd name="textAreaTop" fmla="*/ 0 h 1370880"/>
              <a:gd name="textAreaBottom" fmla="*/ 1371240 h 1370880"/>
              <a:gd name="GluePoint1X" fmla="*/ 2233674 w 2233674"/>
              <a:gd name="GluePoint1Y" fmla="*/ 102710 h 1371320"/>
              <a:gd name="GluePoint2X" fmla="*/ 2165283 w 2233674"/>
              <a:gd name="GluePoint2Y" fmla="*/ 130311 h 1371320"/>
              <a:gd name="GluePoint3X" fmla="*/ 2086653 w 2233674"/>
              <a:gd name="GluePoint3Y" fmla="*/ 168633 h 1371320"/>
              <a:gd name="GluePoint4X" fmla="*/ 1460902 w 2233674"/>
              <a:gd name="GluePoint4Y" fmla="*/ 629454 h 1371320"/>
              <a:gd name="GluePoint5X" fmla="*/ 792955 w 2233674"/>
              <a:gd name="GluePoint5Y" fmla="*/ 1118970 h 1371320"/>
              <a:gd name="GluePoint6X" fmla="*/ 103920 w 2233674"/>
              <a:gd name="GluePoint6Y" fmla="*/ 1356577 h 1371320"/>
              <a:gd name="GluePoint7X" fmla="*/ 2 w 2233674"/>
              <a:gd name="GluePoint7Y" fmla="*/ 1371320 h 1371320"/>
              <a:gd name="GluePoint8X" fmla="*/ 1 w 2233674"/>
              <a:gd name="GluePoint8Y" fmla="*/ 847811 h 1371320"/>
              <a:gd name="GluePoint9X" fmla="*/ 0 w 2233674"/>
              <a:gd name="GluePoint9Y" fmla="*/ 847811 h 1371320"/>
              <a:gd name="GluePoint10X" fmla="*/ 0 w 2233674"/>
              <a:gd name="GluePoint10Y" fmla="*/ 847811 h 1371320"/>
              <a:gd name="GluePoint11X" fmla="*/ 154696 w 2233674"/>
              <a:gd name="GluePoint11Y" fmla="*/ 817122 h 1371320"/>
              <a:gd name="GluePoint12X" fmla="*/ 551350 w 2233674"/>
              <a:gd name="GluePoint12Y" fmla="*/ 662240 h 1371320"/>
              <a:gd name="GluePoint13X" fmla="*/ 1126991 w 2233674"/>
              <a:gd name="GluePoint13Y" fmla="*/ 234998 h 1371320"/>
              <a:gd name="GluePoint14X" fmla="*/ 1297332 w 2233674"/>
              <a:gd name="GluePoint14Y" fmla="*/ 92623 h 1371320"/>
              <a:gd name="GluePoint15X" fmla="*/ 1414303 w 2233674"/>
              <a:gd name="GluePoint15Y" fmla="*/ 0 h 1371320"/>
              <a:gd name="GluePoint16X" fmla="*/ 2233674 w 2233674"/>
              <a:gd name="GluePoint16Y" fmla="*/ 102710 h 1371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8" name="Forma libre: Forma 42"/>
          <p:cNvSpPr/>
          <p:nvPr/>
        </p:nvSpPr>
        <p:spPr>
          <a:xfrm rot="15771600">
            <a:off x="-57600" y="4149720"/>
            <a:ext cx="1675440" cy="1768320"/>
          </a:xfrm>
          <a:custGeom>
            <a:avLst/>
            <a:gdLst>
              <a:gd name="textAreaLeft" fmla="*/ 0 w 1675440"/>
              <a:gd name="textAreaRight" fmla="*/ 1675800 w 1675440"/>
              <a:gd name="textAreaTop" fmla="*/ 0 h 1768320"/>
              <a:gd name="textAreaBottom" fmla="*/ 1768680 h 1768320"/>
              <a:gd name="GluePoint1X" fmla="*/ 1675935 w 1675935"/>
              <a:gd name="GluePoint1Y" fmla="*/ 1751893 h 1768824"/>
              <a:gd name="GluePoint2X" fmla="*/ 1639390 w 1675935"/>
              <a:gd name="GluePoint2Y" fmla="*/ 1757078 h 1768824"/>
              <a:gd name="GluePoint3X" fmla="*/ 1362595 w 1675935"/>
              <a:gd name="GluePoint3Y" fmla="*/ 1767789 h 1768824"/>
              <a:gd name="GluePoint4X" fmla="*/ 283695 w 1675935"/>
              <a:gd name="GluePoint4Y" fmla="*/ 1258296 h 1768824"/>
              <a:gd name="GluePoint5X" fmla="*/ 21597 w 1675935"/>
              <a:gd name="GluePoint5Y" fmla="*/ 678416 h 1768824"/>
              <a:gd name="GluePoint6X" fmla="*/ 23049 w 1675935"/>
              <a:gd name="GluePoint6Y" fmla="*/ 679910 h 1768824"/>
              <a:gd name="GluePoint7X" fmla="*/ 24718 w 1675935"/>
              <a:gd name="GluePoint7Y" fmla="*/ 135386 h 1768824"/>
              <a:gd name="GluePoint8X" fmla="*/ 50848 w 1675935"/>
              <a:gd name="GluePoint8Y" fmla="*/ 11758 h 1768824"/>
              <a:gd name="GluePoint9X" fmla="*/ 54210 w 1675935"/>
              <a:gd name="GluePoint9Y" fmla="*/ 0 h 1768824"/>
              <a:gd name="GluePoint10X" fmla="*/ 573875 w 1675935"/>
              <a:gd name="GluePoint10Y" fmla="*/ 65141 h 1768824"/>
              <a:gd name="GluePoint11X" fmla="*/ 557065 w 1675935"/>
              <a:gd name="GluePoint11Y" fmla="*/ 120838 h 1768824"/>
              <a:gd name="GluePoint12X" fmla="*/ 534886 w 1675935"/>
              <a:gd name="GluePoint12Y" fmla="*/ 223254 h 1768824"/>
              <a:gd name="GluePoint13X" fmla="*/ 687262 w 1675935"/>
              <a:gd name="GluePoint13Y" fmla="*/ 934030 h 1768824"/>
              <a:gd name="GluePoint14X" fmla="*/ 1619600 w 1675935"/>
              <a:gd name="GluePoint14Y" fmla="*/ 1239561 h 1768824"/>
              <a:gd name="GluePoint15X" fmla="*/ 1675933 w 1675935"/>
              <a:gd name="GluePoint15Y" fmla="*/ 1228384 h 1768824"/>
              <a:gd name="GluePoint16X" fmla="*/ 1675934 w 1675935"/>
              <a:gd name="GluePoint16Y" fmla="*/ 1751893 h 1768824"/>
              <a:gd name="GluePoint17X" fmla="*/ 1675935 w 1675935"/>
              <a:gd name="GluePoint17Y" fmla="*/ 1751893 h 1768824"/>
              <a:gd name="GluePoint18X" fmla="*/ 1675935 w 1675935"/>
              <a:gd name="GluePoint18Y" fmla="*/ 1751893 h 17688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59" name="Forma libre: Forma 58"/>
          <p:cNvSpPr/>
          <p:nvPr/>
        </p:nvSpPr>
        <p:spPr>
          <a:xfrm>
            <a:off x="2034360" y="0"/>
            <a:ext cx="655560" cy="882360"/>
          </a:xfrm>
          <a:custGeom>
            <a:avLst/>
            <a:gdLst>
              <a:gd name="textAreaLeft" fmla="*/ 0 w 655560"/>
              <a:gd name="textAreaRight" fmla="*/ 655920 w 655560"/>
              <a:gd name="textAreaTop" fmla="*/ 0 h 882360"/>
              <a:gd name="textAreaBottom" fmla="*/ 882720 h 882360"/>
              <a:gd name="GluePoint1X" fmla="*/ 0 w 655947"/>
              <a:gd name="GluePoint1Y" fmla="*/ 0 h 882872"/>
              <a:gd name="GluePoint2X" fmla="*/ 524403 w 655947"/>
              <a:gd name="GluePoint2Y" fmla="*/ 0 h 882872"/>
              <a:gd name="GluePoint3X" fmla="*/ 528840 w 655947"/>
              <a:gd name="GluePoint3Y" fmla="*/ 26628 h 882872"/>
              <a:gd name="GluePoint4X" fmla="*/ 550306 w 655947"/>
              <a:gd name="GluePoint4Y" fmla="*/ 144773 h 882872"/>
              <a:gd name="GluePoint5X" fmla="*/ 652812 w 655947"/>
              <a:gd name="GluePoint5Y" fmla="*/ 825154 h 882872"/>
              <a:gd name="GluePoint6X" fmla="*/ 655947 w 655947"/>
              <a:gd name="GluePoint6Y" fmla="*/ 882872 h 882872"/>
              <a:gd name="GluePoint7X" fmla="*/ 136985 w 655947"/>
              <a:gd name="GluePoint7Y" fmla="*/ 882872 h 882872"/>
              <a:gd name="GluePoint8X" fmla="*/ 133247 w 655947"/>
              <a:gd name="GluePoint8Y" fmla="*/ 828674 h 882872"/>
              <a:gd name="GluePoint9X" fmla="*/ 41510 w 655947"/>
              <a:gd name="GluePoint9Y" fmla="*/ 238918 h 882872"/>
              <a:gd name="GluePoint10X" fmla="*/ 258 w 655947"/>
              <a:gd name="GluePoint10Y" fmla="*/ 5120 h 882872"/>
              <a:gd name="GluePoint11X" fmla="*/ 0 w 655947"/>
              <a:gd name="GluePoint11Y" fmla="*/ 0 h 8828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60" name="Forma libre: Forma 56"/>
          <p:cNvSpPr/>
          <p:nvPr/>
        </p:nvSpPr>
        <p:spPr>
          <a:xfrm>
            <a:off x="0" y="749880"/>
            <a:ext cx="2700360" cy="1522080"/>
          </a:xfrm>
          <a:custGeom>
            <a:avLst/>
            <a:gdLst>
              <a:gd name="textAreaLeft" fmla="*/ 0 w 2700360"/>
              <a:gd name="textAreaRight" fmla="*/ 2700720 w 2700360"/>
              <a:gd name="textAreaTop" fmla="*/ 0 h 1522080"/>
              <a:gd name="textAreaBottom" fmla="*/ 1522440 h 1522080"/>
              <a:gd name="GluePoint1X" fmla="*/ 231387 w 2700878"/>
              <a:gd name="GluePoint1Y" fmla="*/ 661 h 1522525"/>
              <a:gd name="GluePoint2X" fmla="*/ 701578 w 2700878"/>
              <a:gd name="GluePoint2Y" fmla="*/ 139376 h 1522525"/>
              <a:gd name="GluePoint3X" fmla="*/ 1189606 w 2700878"/>
              <a:gd name="GluePoint3Y" fmla="*/ 589197 h 1522525"/>
              <a:gd name="GluePoint4X" fmla="*/ 1801294 w 2700878"/>
              <a:gd name="GluePoint4Y" fmla="*/ 1002713 h 1522525"/>
              <a:gd name="GluePoint5X" fmla="*/ 2064992 w 2700878"/>
              <a:gd name="GluePoint5Y" fmla="*/ 878532 h 1522525"/>
              <a:gd name="GluePoint6X" fmla="*/ 2182009 w 2700878"/>
              <a:gd name="GluePoint6Y" fmla="*/ 285731 h 1522525"/>
              <a:gd name="GluePoint7X" fmla="*/ 2173849 w 2700878"/>
              <a:gd name="GluePoint7Y" fmla="*/ 167443 h 1522525"/>
              <a:gd name="GluePoint8X" fmla="*/ 2171463 w 2700878"/>
              <a:gd name="GluePoint8Y" fmla="*/ 132855 h 1522525"/>
              <a:gd name="GluePoint9X" fmla="*/ 2690425 w 2700878"/>
              <a:gd name="GluePoint9Y" fmla="*/ 132855 h 1522525"/>
              <a:gd name="GluePoint10X" fmla="*/ 2692304 w 2700878"/>
              <a:gd name="GluePoint10Y" fmla="*/ 167443 h 1522525"/>
              <a:gd name="GluePoint11X" fmla="*/ 2700560 w 2700878"/>
              <a:gd name="GluePoint11Y" fmla="*/ 319506 h 1522525"/>
              <a:gd name="GluePoint12X" fmla="*/ 2475937 w 2700878"/>
              <a:gd name="GluePoint12Y" fmla="*/ 1193839 h 1522525"/>
              <a:gd name="GluePoint13X" fmla="*/ 1842505 w 2700878"/>
              <a:gd name="GluePoint13Y" fmla="*/ 1519432 h 1522525"/>
              <a:gd name="GluePoint14X" fmla="*/ 798964 w 2700878"/>
              <a:gd name="GluePoint14Y" fmla="*/ 929864 h 1522525"/>
              <a:gd name="GluePoint15X" fmla="*/ 440920 w 2700878"/>
              <a:gd name="GluePoint15Y" fmla="*/ 587139 h 1522525"/>
              <a:gd name="GluePoint16X" fmla="*/ 36473 w 2700878"/>
              <a:gd name="GluePoint16Y" fmla="*/ 564163 h 1522525"/>
              <a:gd name="GluePoint17X" fmla="*/ 8028 w 2700878"/>
              <a:gd name="GluePoint17Y" fmla="*/ 592947 h 1522525"/>
              <a:gd name="GluePoint18X" fmla="*/ 8026 w 2700878"/>
              <a:gd name="GluePoint18Y" fmla="*/ 592947 h 1522525"/>
              <a:gd name="GluePoint19X" fmla="*/ 8027 w 2700878"/>
              <a:gd name="GluePoint19Y" fmla="*/ 592946 h 1522525"/>
              <a:gd name="GluePoint20X" fmla="*/ 0 w 2700878"/>
              <a:gd name="GluePoint20Y" fmla="*/ 582750 h 1522525"/>
              <a:gd name="GluePoint21X" fmla="*/ 1 w 2700878"/>
              <a:gd name="GluePoint21Y" fmla="*/ 24929 h 1522525"/>
              <a:gd name="GluePoint22X" fmla="*/ 92695 w 2700878"/>
              <a:gd name="GluePoint22Y" fmla="*/ 6090 h 1522525"/>
              <a:gd name="GluePoint23X" fmla="*/ 231387 w 2700878"/>
              <a:gd name="GluePoint23Y" fmla="*/ 661 h 152252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con imagen 3">
    <p:bg>
      <p:bgPr>
        <a:solidFill>
          <a:srgbClr val="3d47a1"/>
        </a:solidFill>
      </p:bgPr>
    </p:bg>
    <p:spTree>
      <p:nvGrpSpPr>
        <p:cNvPr id="1" name=""/>
        <p:cNvGrpSpPr/>
        <p:nvPr/>
      </p:nvGrpSpPr>
      <p:grpSpPr>
        <a:xfrm>
          <a:off x="0" y="0"/>
          <a:ext cx="0" cy="0"/>
          <a:chOff x="0" y="0"/>
          <a:chExt cx="0" cy="0"/>
        </a:xfrm>
      </p:grpSpPr>
      <p:sp>
        <p:nvSpPr>
          <p:cNvPr id="461" name="PlaceHolder 1"/>
          <p:cNvSpPr>
            <a:spLocks noGrp="1"/>
          </p:cNvSpPr>
          <p:nvPr>
            <p:ph type="title"/>
          </p:nvPr>
        </p:nvSpPr>
        <p:spPr>
          <a:xfrm>
            <a:off x="7781040" y="787680"/>
            <a:ext cx="3795120" cy="3559320"/>
          </a:xfrm>
          <a:prstGeom prst="rect">
            <a:avLst/>
          </a:prstGeom>
          <a:noFill/>
          <a:ln w="0">
            <a:noFill/>
          </a:ln>
        </p:spPr>
        <p:txBody>
          <a:bodyPr lIns="91440" rIns="91440" tIns="45720" bIns="45720" anchor="b">
            <a:normAutofit fontScale="85000" lnSpcReduction="9999"/>
          </a:bodyPr>
          <a:p>
            <a:pPr indent="0" defTabSz="914400">
              <a:lnSpc>
                <a:spcPct val="90000"/>
              </a:lnSpc>
              <a:buNone/>
            </a:pPr>
            <a:r>
              <a:rPr lang="es" sz="4400" b="0" u="none" strike="noStrike" cap="all">
                <a:solidFill>
                  <a:schemeClr val="lt1"/>
                </a:solidFill>
                <a:effectLst/>
                <a:uFillTx/>
                <a:latin typeface="Verdana Pro Black"/>
              </a:rPr>
              <a:t>Haga clic para modificar el estilo de título del patrón</a:t>
            </a:r>
            <a:endParaRPr lang="en-US" sz="4400" b="0" u="none" strike="noStrike">
              <a:solidFill>
                <a:schemeClr val="lt1"/>
              </a:solidFill>
              <a:effectLst/>
              <a:uFillTx/>
              <a:latin typeface="Corbel"/>
            </a:endParaRPr>
          </a:p>
        </p:txBody>
      </p:sp>
      <p:sp>
        <p:nvSpPr>
          <p:cNvPr id="462" name="PlaceHolder 2"/>
          <p:cNvSpPr>
            <a:spLocks noGrp="1"/>
          </p:cNvSpPr>
          <p:nvPr>
            <p:ph type="body"/>
          </p:nvPr>
        </p:nvSpPr>
        <p:spPr>
          <a:xfrm>
            <a:off x="672840" y="504000"/>
            <a:ext cx="6537960" cy="5756760"/>
          </a:xfrm>
          <a:prstGeom prst="rect">
            <a:avLst/>
          </a:prstGeom>
          <a:blipFill rotWithShape="0">
            <a:blip r:embed="rId2">
              <a:alphaModFix amt="85000"/>
            </a:blip>
            <a:stretch/>
          </a:blipFill>
          <a:ln w="0">
            <a:noFill/>
          </a:ln>
        </p:spPr>
        <p:txBody>
          <a:bodyPr lIns="90000" rIns="90000" tIns="45000" bIns="45000" anchor="t">
            <a:noAutofit/>
          </a:bodyPr>
          <a:p>
            <a:pPr indent="0" defTabSz="914400">
              <a:lnSpc>
                <a:spcPct val="100000"/>
              </a:lnSpc>
              <a:buNone/>
            </a:pPr>
            <a:r>
              <a:rPr lang="es" sz="1800" b="0" u="none" strike="noStrike">
                <a:solidFill>
                  <a:schemeClr val="lt1"/>
                </a:solidFill>
                <a:effectLst/>
                <a:uFillTx/>
                <a:latin typeface="Corbel"/>
              </a:rPr>
              <a:t>   </a:t>
            </a:r>
            <a:endParaRPr lang="en-US" sz="1800" b="0" u="none" spc="99" strike="noStrike">
              <a:solidFill>
                <a:schemeClr val="lt1"/>
              </a:solidFill>
              <a:effectLst/>
              <a:uFillTx/>
              <a:latin typeface="Corbel"/>
            </a:endParaRPr>
          </a:p>
        </p:txBody>
      </p:sp>
      <p:grpSp>
        <p:nvGrpSpPr>
          <p:cNvPr id="463" name="Grupo 13"/>
          <p:cNvGrpSpPr/>
          <p:nvPr/>
        </p:nvGrpSpPr>
        <p:grpSpPr>
          <a:xfrm>
            <a:off x="-312480" y="3695400"/>
            <a:ext cx="3621240" cy="3330720"/>
            <a:chOff x="-312480" y="3695400"/>
            <a:chExt cx="3621240" cy="3330720"/>
          </a:xfrm>
        </p:grpSpPr>
        <p:sp>
          <p:nvSpPr>
            <p:cNvPr id="464" name="Forma libre: Forma 64"/>
            <p:cNvSpPr/>
            <p:nvPr/>
          </p:nvSpPr>
          <p:spPr>
            <a:xfrm rot="1069800">
              <a:off x="-183600" y="3881880"/>
              <a:ext cx="1385280" cy="1058400"/>
            </a:xfrm>
            <a:custGeom>
              <a:avLst/>
              <a:gdLst>
                <a:gd name="textAreaLeft" fmla="*/ 0 w 1385280"/>
                <a:gd name="textAreaRight" fmla="*/ 1385640 w 1385280"/>
                <a:gd name="textAreaTop" fmla="*/ 0 h 1058400"/>
                <a:gd name="textAreaBottom" fmla="*/ 1058760 h 1058400"/>
                <a:gd name="GluePoint1X" fmla="*/ 0 w 1385734"/>
                <a:gd name="GluePoint1Y" fmla="*/ 52608 h 1058815"/>
                <a:gd name="GluePoint2X" fmla="*/ 116631 w 1385734"/>
                <a:gd name="GluePoint2Y" fmla="*/ 20798 h 1058815"/>
                <a:gd name="GluePoint3X" fmla="*/ 374595 w 1385734"/>
                <a:gd name="GluePoint3Y" fmla="*/ 1265 h 1058815"/>
                <a:gd name="GluePoint4X" fmla="*/ 1339943 w 1385734"/>
                <a:gd name="GluePoint4Y" fmla="*/ 545751 h 1058815"/>
                <a:gd name="GluePoint5X" fmla="*/ 1385734 w 1385734"/>
                <a:gd name="GluePoint5Y" fmla="*/ 594191 h 1058815"/>
                <a:gd name="GluePoint6X" fmla="*/ 1035757 w 1385734"/>
                <a:gd name="GluePoint6Y" fmla="*/ 1058815 h 1058815"/>
                <a:gd name="GluePoint7X" fmla="*/ 1027938 w 1385734"/>
                <a:gd name="GluePoint7Y" fmla="*/ 1050658 h 1058815"/>
                <a:gd name="GluePoint8X" fmla="*/ 345597 w 1385734"/>
                <a:gd name="GluePoint8Y" fmla="*/ 574034 h 1058815"/>
                <a:gd name="GluePoint9X" fmla="*/ 188624 w 1385734"/>
                <a:gd name="GluePoint9Y" fmla="*/ 594322 h 1058815"/>
                <a:gd name="GluePoint10X" fmla="*/ 175874 w 1385734"/>
                <a:gd name="GluePoint10Y" fmla="*/ 599526 h 1058815"/>
                <a:gd name="GluePoint11X" fmla="*/ 0 w 1385734"/>
                <a:gd name="GluePoint11Y" fmla="*/ 52608 h 10588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65" name="Forma libre: Forma 65"/>
            <p:cNvSpPr/>
            <p:nvPr/>
          </p:nvSpPr>
          <p:spPr>
            <a:xfrm rot="1069800">
              <a:off x="1634400" y="5723280"/>
              <a:ext cx="1544040" cy="1092240"/>
            </a:xfrm>
            <a:custGeom>
              <a:avLst/>
              <a:gdLst>
                <a:gd name="textAreaLeft" fmla="*/ 0 w 1544040"/>
                <a:gd name="textAreaRight" fmla="*/ 1544400 w 1544040"/>
                <a:gd name="textAreaTop" fmla="*/ 0 h 1092240"/>
                <a:gd name="textAreaBottom" fmla="*/ 1092600 h 1092240"/>
                <a:gd name="GluePoint1X" fmla="*/ 0 w 1544370"/>
                <a:gd name="GluePoint1Y" fmla="*/ 0 h 1092573"/>
                <a:gd name="GluePoint2X" fmla="*/ 114996 w 1544370"/>
                <a:gd name="GluePoint2Y" fmla="*/ 2654 h 1092573"/>
                <a:gd name="GluePoint3X" fmla="*/ 721900 w 1544370"/>
                <a:gd name="GluePoint3Y" fmla="*/ 90921 h 1092573"/>
                <a:gd name="GluePoint4X" fmla="*/ 1490181 w 1544370"/>
                <a:gd name="GluePoint4Y" fmla="*/ 798903 h 1092573"/>
                <a:gd name="GluePoint5X" fmla="*/ 1544370 w 1544370"/>
                <a:gd name="GluePoint5Y" fmla="*/ 915932 h 1092573"/>
                <a:gd name="GluePoint6X" fmla="*/ 995067 w 1544370"/>
                <a:gd name="GluePoint6Y" fmla="*/ 1092573 h 1092573"/>
                <a:gd name="GluePoint7X" fmla="*/ 924108 w 1544370"/>
                <a:gd name="GluePoint7Y" fmla="*/ 966667 h 1092573"/>
                <a:gd name="GluePoint8X" fmla="*/ 508792 w 1544370"/>
                <a:gd name="GluePoint8Y" fmla="*/ 623764 h 1092573"/>
                <a:gd name="GluePoint9X" fmla="*/ 113070 w 1544370"/>
                <a:gd name="GluePoint9Y" fmla="*/ 576194 h 1092573"/>
                <a:gd name="GluePoint10X" fmla="*/ 0 w 1544370"/>
                <a:gd name="GluePoint10Y" fmla="*/ 575109 h 1092573"/>
                <a:gd name="GluePoint11X" fmla="*/ 0 w 1544370"/>
                <a:gd name="GluePoint11Y" fmla="*/ 0 h 10925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66" name="Forma libre: Forma 66"/>
            <p:cNvSpPr/>
            <p:nvPr/>
          </p:nvSpPr>
          <p:spPr>
            <a:xfrm rot="1069800">
              <a:off x="609120" y="4743720"/>
              <a:ext cx="1260000" cy="1151640"/>
            </a:xfrm>
            <a:custGeom>
              <a:avLst/>
              <a:gdLst>
                <a:gd name="textAreaLeft" fmla="*/ 0 w 1260000"/>
                <a:gd name="textAreaRight" fmla="*/ 1260360 w 1260000"/>
                <a:gd name="textAreaTop" fmla="*/ 0 h 1151640"/>
                <a:gd name="textAreaBottom" fmla="*/ 1152000 h 1151640"/>
                <a:gd name="GluePoint1X" fmla="*/ 349977 w 1260308"/>
                <a:gd name="GluePoint1Y" fmla="*/ 0 h 1151929"/>
                <a:gd name="GluePoint2X" fmla="*/ 410487 w 1260308"/>
                <a:gd name="GluePoint2Y" fmla="*/ 64011 h 1151929"/>
                <a:gd name="GluePoint3X" fmla="*/ 1028982 w 1260308"/>
                <a:gd name="GluePoint3Y" fmla="*/ 549099 h 1151929"/>
                <a:gd name="GluePoint4X" fmla="*/ 1192130 w 1260308"/>
                <a:gd name="GluePoint4Y" fmla="*/ 575246 h 1151929"/>
                <a:gd name="GluePoint5X" fmla="*/ 1260308 w 1260308"/>
                <a:gd name="GluePoint5Y" fmla="*/ 576820 h 1151929"/>
                <a:gd name="GluePoint6X" fmla="*/ 1260308 w 1260308"/>
                <a:gd name="GluePoint6Y" fmla="*/ 1151929 h 1151929"/>
                <a:gd name="GluePoint7X" fmla="*/ 1256475 w 1260308"/>
                <a:gd name="GluePoint7Y" fmla="*/ 1151892 h 1151929"/>
                <a:gd name="GluePoint8X" fmla="*/ 870629 w 1260308"/>
                <a:gd name="GluePoint8Y" fmla="*/ 1100438 h 1151929"/>
                <a:gd name="GluePoint9X" fmla="*/ 175872 w 1260308"/>
                <a:gd name="GluePoint9Y" fmla="*/ 648101 h 1151929"/>
                <a:gd name="GluePoint10X" fmla="*/ 0 w 1260308"/>
                <a:gd name="GluePoint10Y" fmla="*/ 464624 h 1151929"/>
                <a:gd name="GluePoint11X" fmla="*/ 349977 w 1260308"/>
                <a:gd name="GluePoint11Y" fmla="*/ 0 h 11519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
        <p:nvSpPr>
          <p:cNvPr id="467" name="Forma libre: Forma 19"/>
          <p:cNvSpPr/>
          <p:nvPr/>
        </p:nvSpPr>
        <p:spPr>
          <a:xfrm>
            <a:off x="1139040" y="4682880"/>
            <a:ext cx="14760" cy="10440"/>
          </a:xfrm>
          <a:custGeom>
            <a:avLst/>
            <a:gdLst>
              <a:gd name="textAreaLeft" fmla="*/ 0 w 14760"/>
              <a:gd name="textAreaRight" fmla="*/ 15120 w 14760"/>
              <a:gd name="textAreaTop" fmla="*/ 0 h 10440"/>
              <a:gd name="textAreaBottom" fmla="*/ 10800 h 10440"/>
              <a:gd name="GluePoint1X" fmla="*/ 15078 w 15079"/>
              <a:gd name="GluePoint1Y" fmla="*/ 0 h 10632"/>
              <a:gd name="GluePoint2X" fmla="*/ 15079 w 15079"/>
              <a:gd name="GluePoint2Y" fmla="*/ 1 h 10632"/>
              <a:gd name="GluePoint3X" fmla="*/ 1 w 15079"/>
              <a:gd name="GluePoint3Y" fmla="*/ 10632 h 10632"/>
              <a:gd name="GluePoint4X" fmla="*/ 0 w 15079"/>
              <a:gd name="GluePoint4Y" fmla="*/ 10631 h 10632"/>
              <a:gd name="GluePoint5X" fmla="*/ 15078 w 15079"/>
              <a:gd name="GluePoint5Y" fmla="*/ 0 h 1063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5079" h="10632">
                <a:moveTo>
                  <a:pt x="15078" y="0"/>
                </a:moveTo>
                <a:lnTo>
                  <a:pt x="15079" y="1"/>
                </a:lnTo>
                <a:lnTo>
                  <a:pt x="1" y="10632"/>
                </a:lnTo>
                <a:lnTo>
                  <a:pt x="0" y="10631"/>
                </a:lnTo>
                <a:lnTo>
                  <a:pt x="15078" y="0"/>
                </a:lnTo>
                <a:close/>
              </a:path>
            </a:pathLst>
          </a:custGeom>
          <a:solidFill>
            <a:srgbClr val="ff3c4a"/>
          </a:solidFill>
          <a:ln>
            <a:solidFill>
              <a:srgbClr val="6f1a20"/>
            </a:solidFill>
          </a:ln>
        </p:spPr>
        <p:style>
          <a:lnRef idx="2">
            <a:schemeClr val="accent1">
              <a:shade val="15000"/>
            </a:schemeClr>
          </a:lnRef>
          <a:fillRef idx="1">
            <a:schemeClr val="accent1"/>
          </a:fillRef>
          <a:effectRef idx="0">
            <a:schemeClr val="accent1"/>
          </a:effectRef>
          <a:fontRef idx="minor"/>
        </p:style>
        <p:txBody>
          <a:bodyPr lIns="90000" rIns="90000" tIns="-34200" bIns="-342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68" name="PlaceHolder 3"/>
          <p:cNvSpPr>
            <a:spLocks noGrp="1"/>
          </p:cNvSpPr>
          <p:nvPr>
            <p:ph type="dt" idx="139"/>
          </p:nvPr>
        </p:nvSpPr>
        <p:spPr>
          <a:xfrm>
            <a:off x="672840" y="6426720"/>
            <a:ext cx="1038960" cy="43092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lt1"/>
                </a:solidFill>
                <a:effectLst/>
                <a:uFillTx/>
                <a:latin typeface="Corbel"/>
              </a:defRPr>
            </a:lvl1pPr>
          </a:lstStyle>
          <a:p>
            <a:pPr indent="0" defTabSz="914400">
              <a:lnSpc>
                <a:spcPct val="100000"/>
              </a:lnSpc>
              <a:buNone/>
            </a:pPr>
            <a:r>
              <a:rPr lang="en-US" sz="1200" b="0" u="none" strike="noStrike">
                <a:solidFill>
                  <a:schemeClr val="lt1"/>
                </a:solidFill>
                <a:effectLst/>
                <a:uFillTx/>
                <a:latin typeface="Corbel"/>
              </a:rPr>
              <a:t>&lt;fecha/hora&gt;</a:t>
            </a:r>
            <a:endParaRPr lang="es-ES" sz="1200" b="0" u="none" strike="noStrike">
              <a:solidFill>
                <a:srgbClr val="ffffff"/>
              </a:solidFill>
              <a:effectLst/>
              <a:uFillTx/>
              <a:latin typeface="Times New Roman"/>
            </a:endParaRPr>
          </a:p>
        </p:txBody>
      </p:sp>
      <p:sp>
        <p:nvSpPr>
          <p:cNvPr id="469" name="PlaceHolder 4"/>
          <p:cNvSpPr>
            <a:spLocks noGrp="1"/>
          </p:cNvSpPr>
          <p:nvPr>
            <p:ph type="ftr" idx="140"/>
          </p:nvPr>
        </p:nvSpPr>
        <p:spPr>
          <a:xfrm>
            <a:off x="7781040" y="6426720"/>
            <a:ext cx="2569320" cy="430920"/>
          </a:xfrm>
          <a:prstGeom prst="rect">
            <a:avLst/>
          </a:prstGeom>
          <a:noFill/>
          <a:ln w="0">
            <a:noFill/>
          </a:ln>
        </p:spPr>
        <p:txBody>
          <a:bodyPr lIns="91440" rIns="91440" tIns="4572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470" name="PlaceHolder 5"/>
          <p:cNvSpPr>
            <a:spLocks noGrp="1"/>
          </p:cNvSpPr>
          <p:nvPr>
            <p:ph type="sldNum" idx="141"/>
          </p:nvPr>
        </p:nvSpPr>
        <p:spPr>
          <a:xfrm>
            <a:off x="10536840" y="6426720"/>
            <a:ext cx="1038960" cy="430920"/>
          </a:xfrm>
          <a:prstGeom prst="rect">
            <a:avLst/>
          </a:prstGeom>
          <a:noFill/>
          <a:ln w="0">
            <a:noFill/>
          </a:ln>
        </p:spPr>
        <p:txBody>
          <a:bodyPr lIns="91440" rIns="91440" tIns="45720" bIns="45720" anchor="ctr">
            <a:noAutofit/>
          </a:bodyPr>
          <a:p>
            <a:pPr indent="0">
              <a:buNone/>
            </a:pPr>
            <a:endParaRPr lang="es-ES" sz="1200" b="0" u="none" strike="noStrike">
              <a:solidFill>
                <a:srgbClr val="ffffff"/>
              </a:solidFill>
              <a:effectLst/>
              <a:uFillTx/>
              <a:latin typeface="Times New Roman"/>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con imagen 4">
    <p:bg>
      <p:bgPr>
        <a:solidFill>
          <a:srgbClr val="3d47a1"/>
        </a:solidFill>
      </p:bgPr>
    </p:bg>
    <p:spTree>
      <p:nvGrpSpPr>
        <p:cNvPr id="1" name=""/>
        <p:cNvGrpSpPr/>
        <p:nvPr/>
      </p:nvGrpSpPr>
      <p:grpSpPr>
        <a:xfrm>
          <a:off x="0" y="0"/>
          <a:ext cx="0" cy="0"/>
          <a:chOff x="0" y="0"/>
          <a:chExt cx="0" cy="0"/>
        </a:xfrm>
      </p:grpSpPr>
      <p:sp>
        <p:nvSpPr>
          <p:cNvPr id="471" name="PlaceHolder 1"/>
          <p:cNvSpPr>
            <a:spLocks noGrp="1"/>
          </p:cNvSpPr>
          <p:nvPr>
            <p:ph type="title"/>
          </p:nvPr>
        </p:nvSpPr>
        <p:spPr>
          <a:xfrm>
            <a:off x="633960" y="635040"/>
            <a:ext cx="5756400" cy="3723840"/>
          </a:xfrm>
          <a:prstGeom prst="rect">
            <a:avLst/>
          </a:prstGeom>
          <a:noFill/>
          <a:ln w="0">
            <a:noFill/>
          </a:ln>
        </p:spPr>
        <p:txBody>
          <a:bodyPr lIns="91440" rIns="0" tIns="45720" bIns="45720" anchor="t">
            <a:normAutofit lnSpcReduction="9999"/>
          </a:bodyPr>
          <a:p>
            <a:pPr indent="0" defTabSz="914400">
              <a:lnSpc>
                <a:spcPct val="90000"/>
              </a:lnSpc>
              <a:buNone/>
            </a:pPr>
            <a:r>
              <a:rPr lang="es" sz="4800" b="0" u="none" strike="noStrike" cap="all">
                <a:solidFill>
                  <a:schemeClr val="lt1"/>
                </a:solidFill>
                <a:effectLst/>
                <a:uFillTx/>
                <a:latin typeface="Verdana Pro Black"/>
              </a:rPr>
              <a:t>Haga clic para modificar el estilo de título del patrón</a:t>
            </a:r>
            <a:endParaRPr lang="en-US" sz="4800" b="0" u="none" strike="noStrike">
              <a:solidFill>
                <a:schemeClr val="lt1"/>
              </a:solidFill>
              <a:effectLst/>
              <a:uFillTx/>
              <a:latin typeface="Corbel"/>
            </a:endParaRPr>
          </a:p>
        </p:txBody>
      </p:sp>
      <p:sp>
        <p:nvSpPr>
          <p:cNvPr id="472" name="PlaceHolder 2"/>
          <p:cNvSpPr>
            <a:spLocks noGrp="1"/>
          </p:cNvSpPr>
          <p:nvPr>
            <p:ph type="body"/>
          </p:nvPr>
        </p:nvSpPr>
        <p:spPr>
          <a:xfrm>
            <a:off x="6882840" y="572400"/>
            <a:ext cx="4696200" cy="5650920"/>
          </a:xfrm>
          <a:prstGeom prst="rect">
            <a:avLst/>
          </a:prstGeom>
          <a:blipFill rotWithShape="0">
            <a:blip r:embed="rId2">
              <a:alphaModFix amt="85000"/>
            </a:blip>
            <a:stretch/>
          </a:blipFill>
          <a:ln w="0">
            <a:noFill/>
          </a:ln>
        </p:spPr>
        <p:txBody>
          <a:bodyPr lIns="91440" rIns="91440" tIns="45720" bIns="45720" anchor="t">
            <a:noAutofit/>
          </a:bodyPr>
          <a:p>
            <a:pPr indent="0" defTabSz="914400">
              <a:lnSpc>
                <a:spcPct val="100000"/>
              </a:lnSpc>
              <a:buNone/>
              <a:tabLst>
                <a:tab algn="l" pos="0"/>
              </a:tabLst>
            </a:pPr>
            <a:r>
              <a:rPr lang="es" sz="1800" b="0" u="none" strike="noStrike">
                <a:solidFill>
                  <a:schemeClr val="lt1"/>
                </a:solidFill>
                <a:effectLst/>
                <a:uFillTx/>
                <a:latin typeface="Corbel"/>
              </a:rPr>
              <a:t>   </a:t>
            </a:r>
            <a:endParaRPr lang="en-US" sz="1800" b="0" u="none" spc="99" strike="noStrike">
              <a:solidFill>
                <a:schemeClr val="lt1"/>
              </a:solidFill>
              <a:effectLst/>
              <a:uFillTx/>
              <a:latin typeface="Corbel"/>
            </a:endParaRPr>
          </a:p>
        </p:txBody>
      </p:sp>
      <p:grpSp>
        <p:nvGrpSpPr>
          <p:cNvPr id="473" name="Grupo 9"/>
          <p:cNvGrpSpPr/>
          <p:nvPr/>
        </p:nvGrpSpPr>
        <p:grpSpPr>
          <a:xfrm>
            <a:off x="7187760" y="3530880"/>
            <a:ext cx="5320800" cy="3572280"/>
            <a:chOff x="7187760" y="3530880"/>
            <a:chExt cx="5320800" cy="3572280"/>
          </a:xfrm>
        </p:grpSpPr>
        <p:sp>
          <p:nvSpPr>
            <p:cNvPr id="474" name="Forma libre: Forma 11"/>
            <p:cNvSpPr/>
            <p:nvPr/>
          </p:nvSpPr>
          <p:spPr>
            <a:xfrm flipH="1" rot="19832400">
              <a:off x="10868040" y="3768840"/>
              <a:ext cx="1360800" cy="1492920"/>
            </a:xfrm>
            <a:custGeom>
              <a:avLst/>
              <a:gdLst>
                <a:gd name="textAreaLeft" fmla="*/ 360 w 1360800"/>
                <a:gd name="textAreaRight" fmla="*/ 1361520 w 1360800"/>
                <a:gd name="textAreaTop" fmla="*/ 0 h 1492920"/>
                <a:gd name="textAreaBottom" fmla="*/ 1493280 h 1492920"/>
                <a:gd name="GluePoint1X" fmla="*/ 601256 w 1360981"/>
                <a:gd name="GluePoint1Y" fmla="*/ 191294 h 1493364"/>
                <a:gd name="GluePoint2X" fmla="*/ 1209366 w 1360981"/>
                <a:gd name="GluePoint2Y" fmla="*/ 1272 h 1493364"/>
                <a:gd name="GluePoint3X" fmla="*/ 1360981 w 1360981"/>
                <a:gd name="GluePoint3Y" fmla="*/ 0 h 1493364"/>
                <a:gd name="GluePoint4X" fmla="*/ 1360981 w 1360981"/>
                <a:gd name="GluePoint4Y" fmla="*/ 541921 h 1493364"/>
                <a:gd name="GluePoint5X" fmla="*/ 1335517 w 1360981"/>
                <a:gd name="GluePoint5Y" fmla="*/ 538585 h 1493364"/>
                <a:gd name="GluePoint6X" fmla="*/ 1249220 w 1360981"/>
                <a:gd name="GluePoint6Y" fmla="*/ 539784 h 1493364"/>
                <a:gd name="GluePoint7X" fmla="*/ 569324 w 1360981"/>
                <a:gd name="GluePoint7Y" fmla="*/ 947143 h 1493364"/>
                <a:gd name="GluePoint8X" fmla="*/ 387380 w 1360981"/>
                <a:gd name="GluePoint8Y" fmla="*/ 1344414 h 1493364"/>
                <a:gd name="GluePoint9X" fmla="*/ 358489 w 1360981"/>
                <a:gd name="GluePoint9Y" fmla="*/ 1493364 h 1493364"/>
                <a:gd name="GluePoint10X" fmla="*/ 0 w 1360981"/>
                <a:gd name="GluePoint10Y" fmla="*/ 858691 h 1493364"/>
                <a:gd name="GluePoint11X" fmla="*/ 45884 w 1360981"/>
                <a:gd name="GluePoint11Y" fmla="*/ 768847 h 1493364"/>
                <a:gd name="GluePoint12X" fmla="*/ 125571 w 1360981"/>
                <a:gd name="GluePoint12Y" fmla="*/ 641063 h 1493364"/>
                <a:gd name="GluePoint13X" fmla="*/ 601256 w 1360981"/>
                <a:gd name="GluePoint13Y" fmla="*/ 191294 h 14933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75" name="Forma libre: Forma 12"/>
            <p:cNvSpPr/>
            <p:nvPr/>
          </p:nvSpPr>
          <p:spPr>
            <a:xfrm flipH="1" rot="579600">
              <a:off x="7307280" y="5418000"/>
              <a:ext cx="1587960" cy="1562760"/>
            </a:xfrm>
            <a:custGeom>
              <a:avLst/>
              <a:gdLst>
                <a:gd name="textAreaLeft" fmla="*/ -360 w 1587960"/>
                <a:gd name="textAreaRight" fmla="*/ 1587960 w 1587960"/>
                <a:gd name="textAreaTop" fmla="*/ 0 h 1562760"/>
                <a:gd name="textAreaBottom" fmla="*/ 1563120 h 1562760"/>
                <a:gd name="GluePoint1X" fmla="*/ 653570 w 1588301"/>
                <a:gd name="GluePoint1Y" fmla="*/ 20297 h 1563215"/>
                <a:gd name="GluePoint2X" fmla="*/ 1483224 w 1588301"/>
                <a:gd name="GluePoint2Y" fmla="*/ 541822 h 1563215"/>
                <a:gd name="GluePoint3X" fmla="*/ 1509752 w 1588301"/>
                <a:gd name="GluePoint3Y" fmla="*/ 1343288 h 1563215"/>
                <a:gd name="GluePoint4X" fmla="*/ 1435360 w 1588301"/>
                <a:gd name="GluePoint4Y" fmla="*/ 1500494 h 1563215"/>
                <a:gd name="GluePoint5X" fmla="*/ 1397685 w 1588301"/>
                <a:gd name="GluePoint5Y" fmla="*/ 1563215 h 1563215"/>
                <a:gd name="GluePoint6X" fmla="*/ 818258 w 1588301"/>
                <a:gd name="GluePoint6Y" fmla="*/ 1464621 h 1563215"/>
                <a:gd name="GluePoint7X" fmla="*/ 885492 w 1588301"/>
                <a:gd name="GluePoint7Y" fmla="*/ 1368655 h 1563215"/>
                <a:gd name="GluePoint8X" fmla="*/ 1009645 w 1588301"/>
                <a:gd name="GluePoint8Y" fmla="*/ 1142348 h 1563215"/>
                <a:gd name="GluePoint9X" fmla="*/ 1005705 w 1588301"/>
                <a:gd name="GluePoint9Y" fmla="*/ 791940 h 1563215"/>
                <a:gd name="GluePoint10X" fmla="*/ 576680 w 1588301"/>
                <a:gd name="GluePoint10Y" fmla="*/ 553513 h 1563215"/>
                <a:gd name="GluePoint11X" fmla="*/ 133567 w 1588301"/>
                <a:gd name="GluePoint11Y" fmla="*/ 540140 h 1563215"/>
                <a:gd name="GluePoint12X" fmla="*/ 0 w 1588301"/>
                <a:gd name="GluePoint12Y" fmla="*/ 541207 h 1563215"/>
                <a:gd name="GluePoint13X" fmla="*/ 0 w 1588301"/>
                <a:gd name="GluePoint13Y" fmla="*/ 2050 h 1563215"/>
                <a:gd name="GluePoint14X" fmla="*/ 126580 w 1588301"/>
                <a:gd name="GluePoint14Y" fmla="*/ 1362 h 1563215"/>
                <a:gd name="GluePoint15X" fmla="*/ 653570 w 1588301"/>
                <a:gd name="GluePoint15Y" fmla="*/ 20297 h 15632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sp>
          <p:nvSpPr>
            <p:cNvPr id="476" name="Forma libre: Forma 13"/>
            <p:cNvSpPr/>
            <p:nvPr/>
          </p:nvSpPr>
          <p:spPr>
            <a:xfrm flipH="1" rot="579600">
              <a:off x="9093240" y="4102200"/>
              <a:ext cx="1664640" cy="2148480"/>
            </a:xfrm>
            <a:custGeom>
              <a:avLst/>
              <a:gdLst>
                <a:gd name="textAreaLeft" fmla="*/ 360 w 1664640"/>
                <a:gd name="textAreaRight" fmla="*/ 1665360 w 1664640"/>
                <a:gd name="textAreaTop" fmla="*/ 0 h 2148480"/>
                <a:gd name="textAreaBottom" fmla="*/ 2148840 h 2148480"/>
                <a:gd name="GluePoint1X" fmla="*/ 341896 w 1665084"/>
                <a:gd name="GluePoint1Y" fmla="*/ 0 h 2148669"/>
                <a:gd name="GluePoint2X" fmla="*/ 349805 w 1665084"/>
                <a:gd name="GluePoint2Y" fmla="*/ 6322 h 2148669"/>
                <a:gd name="GluePoint3X" fmla="*/ 612422 w 1665084"/>
                <a:gd name="GluePoint3Y" fmla="*/ 388163 h 2148669"/>
                <a:gd name="GluePoint4X" fmla="*/ 722991 w 1665084"/>
                <a:gd name="GluePoint4Y" fmla="*/ 872653 h 2148669"/>
                <a:gd name="GluePoint5X" fmla="*/ 828306 w 1665084"/>
                <a:gd name="GluePoint5Y" fmla="*/ 1315031 h 2148669"/>
                <a:gd name="GluePoint6X" fmla="*/ 1608513 w 1665084"/>
                <a:gd name="GluePoint6Y" fmla="*/ 1609375 h 2148669"/>
                <a:gd name="GluePoint7X" fmla="*/ 1665084 w 1665084"/>
                <a:gd name="GluePoint7Y" fmla="*/ 1609068 h 2148669"/>
                <a:gd name="GluePoint8X" fmla="*/ 1665084 w 1665084"/>
                <a:gd name="GluePoint8Y" fmla="*/ 2148225 h 2148669"/>
                <a:gd name="GluePoint9X" fmla="*/ 1609449 w 1665084"/>
                <a:gd name="GluePoint9Y" fmla="*/ 2148669 h 2148669"/>
                <a:gd name="GluePoint10X" fmla="*/ 1023644 w 1665084"/>
                <a:gd name="GluePoint10Y" fmla="*/ 2089736 h 2148669"/>
                <a:gd name="GluePoint11X" fmla="*/ 338579 w 1665084"/>
                <a:gd name="GluePoint11Y" fmla="*/ 1540519 h 2148669"/>
                <a:gd name="GluePoint12X" fmla="*/ 188894 w 1665084"/>
                <a:gd name="GluePoint12Y" fmla="*/ 948505 h 2148669"/>
                <a:gd name="GluePoint13X" fmla="*/ 36276 w 1665084"/>
                <a:gd name="GluePoint13Y" fmla="*/ 458792 h 2148669"/>
                <a:gd name="GluePoint14X" fmla="*/ 0 w 1665084"/>
                <a:gd name="GluePoint14Y" fmla="*/ 420458 h 2148669"/>
                <a:gd name="GluePoint15X" fmla="*/ 341896 w 1665084"/>
                <a:gd name="GluePoint15Y" fmla="*/ 0 h 214866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orbel"/>
              </a:endParaRPr>
            </a:p>
          </p:txBody>
        </p:sp>
      </p:gr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0.xml"/><Relationship Id="rId3"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6883560" y="635040"/>
            <a:ext cx="4673880" cy="3969360"/>
          </a:xfrm>
          <a:prstGeom prst="rect">
            <a:avLst/>
          </a:prstGeom>
          <a:noFill/>
          <a:ln w="0">
            <a:noFill/>
          </a:ln>
        </p:spPr>
        <p:txBody>
          <a:bodyPr lIns="91440" rIns="91440" tIns="45720" bIns="45720" anchor="b">
            <a:normAutofit/>
          </a:bodyPr>
          <a:p>
            <a:pPr indent="0" defTabSz="914400">
              <a:lnSpc>
                <a:spcPct val="90000"/>
              </a:lnSpc>
              <a:buNone/>
            </a:pPr>
            <a:r>
              <a:rPr lang="en-US" sz="4400" b="0" u="none" strike="noStrike" cap="all">
                <a:solidFill>
                  <a:schemeClr val="lt1"/>
                </a:solidFill>
                <a:effectLst/>
                <a:uFillTx/>
                <a:latin typeface="Verdana Pro Black"/>
              </a:rPr>
              <a:t>Análisis funcional del proyecto – Dual Code Challenge</a:t>
            </a:r>
            <a:endParaRPr lang="en-US" sz="4400" b="0" u="none" strike="noStrike">
              <a:solidFill>
                <a:schemeClr val="lt1"/>
              </a:solidFill>
              <a:effectLst/>
              <a:uFillTx/>
              <a:latin typeface="Corbel"/>
            </a:endParaRPr>
          </a:p>
        </p:txBody>
      </p:sp>
      <p:sp>
        <p:nvSpPr>
          <p:cNvPr id="484" name="PlaceHolder 2"/>
          <p:cNvSpPr>
            <a:spLocks noGrp="1"/>
          </p:cNvSpPr>
          <p:nvPr>
            <p:ph type="subTitle"/>
          </p:nvPr>
        </p:nvSpPr>
        <p:spPr>
          <a:xfrm>
            <a:off x="6883560" y="4870080"/>
            <a:ext cx="4673880" cy="1033200"/>
          </a:xfrm>
          <a:prstGeom prst="rect">
            <a:avLst/>
          </a:prstGeom>
          <a:noFill/>
          <a:ln w="0">
            <a:noFill/>
          </a:ln>
        </p:spPr>
        <p:txBody>
          <a:bodyPr lIns="91440" rIns="91440" tIns="45720" bIns="45720" anchor="t">
            <a:normAutofit/>
          </a:bodyPr>
          <a:p>
            <a:pPr indent="0" defTabSz="914400">
              <a:lnSpc>
                <a:spcPct val="120000"/>
              </a:lnSpc>
              <a:spcBef>
                <a:spcPts val="1001"/>
              </a:spcBef>
              <a:spcAft>
                <a:spcPts val="601"/>
              </a:spcAft>
              <a:buNone/>
              <a:tabLst>
                <a:tab algn="l" pos="0"/>
              </a:tabLst>
            </a:pPr>
            <a:r>
              <a:rPr lang="en-US" sz="2000" b="0" u="none" spc="99" strike="noStrike">
                <a:solidFill>
                  <a:schemeClr val="lt1"/>
                </a:solidFill>
                <a:effectLst/>
                <a:uFillTx/>
                <a:latin typeface="Corbel"/>
              </a:rPr>
              <a:t>Evaluación detallada para mejorar resultados efectivos</a:t>
            </a:r>
            <a:endParaRPr lang="es-ES" sz="2000" b="0" u="none" strike="noStrike">
              <a:solidFill>
                <a:srgbClr val="ffffff"/>
              </a:solidFill>
              <a:effectLst/>
              <a:uFillTx/>
              <a:latin typeface="Arial"/>
            </a:endParaRPr>
          </a:p>
        </p:txBody>
      </p:sp>
      <p:sp>
        <p:nvSpPr>
          <p:cNvPr id="485" name="Picture 3" descr="Personas trabajando"/>
          <p:cNvSpPr/>
          <p:nvPr/>
        </p:nvSpPr>
        <p:spPr>
          <a:xfrm>
            <a:off x="1145160" y="698760"/>
            <a:ext cx="4930560" cy="5459760"/>
          </a:xfrm>
          <a:custGeom>
            <a:avLst/>
            <a:gdLst>
              <a:gd name="textAreaLeft" fmla="*/ 0 w 4930560"/>
              <a:gd name="textAreaRight" fmla="*/ 4930920 w 4930560"/>
              <a:gd name="textAreaTop" fmla="*/ 0 h 5459760"/>
              <a:gd name="textAreaBottom" fmla="*/ 5460120 h 5459760"/>
              <a:gd name="GluePoint1X" fmla="*/ 2711634 w 4930986"/>
              <a:gd name="GluePoint1Y" fmla="*/ 0 h 5460290"/>
              <a:gd name="GluePoint2X" fmla="*/ 3776803 w 4930986"/>
              <a:gd name="GluePoint2Y" fmla="*/ 384050 h 5460290"/>
              <a:gd name="GluePoint3X" fmla="*/ 4439931 w 4930986"/>
              <a:gd name="GluePoint3Y" fmla="*/ 1054985 h 5460290"/>
              <a:gd name="GluePoint4X" fmla="*/ 4918210 w 4930986"/>
              <a:gd name="GluePoint4Y" fmla="*/ 2304306 h 5460290"/>
              <a:gd name="GluePoint5X" fmla="*/ 4576245 w 4930986"/>
              <a:gd name="GluePoint5Y" fmla="*/ 4134334 h 5460290"/>
              <a:gd name="GluePoint6X" fmla="*/ 3416354 w 4930986"/>
              <a:gd name="GluePoint6Y" fmla="*/ 5309623 h 5460290"/>
              <a:gd name="GluePoint7X" fmla="*/ 2316533 w 4930986"/>
              <a:gd name="GluePoint7Y" fmla="*/ 5411420 h 5460290"/>
              <a:gd name="GluePoint8X" fmla="*/ 359499 w 4930986"/>
              <a:gd name="GluePoint8Y" fmla="*/ 4414276 h 5460290"/>
              <a:gd name="GluePoint9X" fmla="*/ 352264 w 4930986"/>
              <a:gd name="GluePoint9Y" fmla="*/ 4405447 h 5460290"/>
              <a:gd name="GluePoint10X" fmla="*/ 382232 w 4930986"/>
              <a:gd name="GluePoint10Y" fmla="*/ 4328681 h 5460290"/>
              <a:gd name="GluePoint11X" fmla="*/ 446199 w 4930986"/>
              <a:gd name="GluePoint11Y" fmla="*/ 3704385 h 5460290"/>
              <a:gd name="GluePoint12X" fmla="*/ 401144 w 4930986"/>
              <a:gd name="GluePoint12Y" fmla="*/ 3431072 h 5460290"/>
              <a:gd name="GluePoint13X" fmla="*/ 391454 w 4930986"/>
              <a:gd name="GluePoint13Y" fmla="*/ 3395456 h 5460290"/>
              <a:gd name="GluePoint14X" fmla="*/ 382856 w 4930986"/>
              <a:gd name="GluePoint14Y" fmla="*/ 3396534 h 5460290"/>
              <a:gd name="GluePoint15X" fmla="*/ 382856 w 4930986"/>
              <a:gd name="GluePoint15Y" fmla="*/ 3396533 h 5460290"/>
              <a:gd name="GluePoint16X" fmla="*/ 391452 w 4930986"/>
              <a:gd name="GluePoint16Y" fmla="*/ 3395455 h 5460290"/>
              <a:gd name="GluePoint17X" fmla="*/ 363899 w 4930986"/>
              <a:gd name="GluePoint17Y" fmla="*/ 3294178 h 5460290"/>
              <a:gd name="GluePoint18X" fmla="*/ 42435 w 4930986"/>
              <a:gd name="GluePoint18Y" fmla="*/ 2640046 h 5460290"/>
              <a:gd name="GluePoint19X" fmla="*/ 0 w 4930986"/>
              <a:gd name="GluePoint19Y" fmla="*/ 2585813 h 5460290"/>
              <a:gd name="GluePoint20X" fmla="*/ 20426 w 4930986"/>
              <a:gd name="GluePoint20Y" fmla="*/ 2509636 h 5460290"/>
              <a:gd name="GluePoint21X" fmla="*/ 468095 w 4930986"/>
              <a:gd name="GluePoint21Y" fmla="*/ 1693528 h 5460290"/>
              <a:gd name="GluePoint22X" fmla="*/ 565233 w 4930986"/>
              <a:gd name="GluePoint22Y" fmla="*/ 1570954 h 5460290"/>
              <a:gd name="GluePoint23X" fmla="*/ 606850 w 4930986"/>
              <a:gd name="GluePoint23Y" fmla="*/ 1573582 h 5460290"/>
              <a:gd name="GluePoint24X" fmla="*/ 697375 w 4930986"/>
              <a:gd name="GluePoint24Y" fmla="*/ 1570594 h 5460290"/>
              <a:gd name="GluePoint25X" fmla="*/ 1330807 w 4930986"/>
              <a:gd name="GluePoint25Y" fmla="*/ 1245001 h 5460290"/>
              <a:gd name="GluePoint26X" fmla="*/ 1547425 w 4930986"/>
              <a:gd name="GluePoint26Y" fmla="*/ 611886 h 5460290"/>
              <a:gd name="GluePoint27X" fmla="*/ 1552216 w 4930986"/>
              <a:gd name="GluePoint27Y" fmla="*/ 467533 h 5460290"/>
              <a:gd name="GluePoint28X" fmla="*/ 1686791 w 4930986"/>
              <a:gd name="GluePoint28Y" fmla="*/ 363381 h 5460290"/>
              <a:gd name="GluePoint29X" fmla="*/ 2471339 w 4930986"/>
              <a:gd name="GluePoint29Y" fmla="*/ 20821 h 5460290"/>
              <a:gd name="GluePoint30X" fmla="*/ 2711634 w 4930986"/>
              <a:gd name="GluePoint30Y" fmla="*/ 0 h 546029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1000"/>
                                  </p:stCondLst>
                                  <p:iterate type="lt">
                                    <p:tmAbs val="100"/>
                                  </p:iterate>
                                  <p:childTnLst>
                                    <p:set>
                                      <p:cBhvr>
                                        <p:cTn id="6" dur="1" fill="hold">
                                          <p:stCondLst>
                                            <p:cond delay="0"/>
                                          </p:stCondLst>
                                        </p:cTn>
                                        <p:tgtEl>
                                          <p:spTgt spid="483"/>
                                        </p:tgtEl>
                                        <p:attrNameLst>
                                          <p:attrName>style.visibility</p:attrName>
                                        </p:attrNameLst>
                                      </p:cBhvr>
                                      <p:to>
                                        <p:strVal val="visible"/>
                                      </p:to>
                                    </p:set>
                                    <p:animEffect filter="fade" transition="in">
                                      <p:cBhvr additive="repl">
                                        <p:cTn id="7" dur="400"/>
                                        <p:tgtEl>
                                          <p:spTgt spid="483"/>
                                        </p:tgtEl>
                                      </p:cBhvr>
                                    </p:animEffect>
                                  </p:childTnLst>
                                </p:cTn>
                              </p:par>
                              <p:par>
                                <p:cTn id="8" presetID="10" presetClass="entr" fill="hold" nodeType="withEffect">
                                  <p:stCondLst>
                                    <p:cond delay="2000"/>
                                  </p:stCondLst>
                                  <p:iterate type="lt">
                                    <p:tmAbs val="100"/>
                                  </p:iterate>
                                  <p:childTnLst>
                                    <p:set>
                                      <p:cBhvr>
                                        <p:cTn id="9" dur="1" fill="hold">
                                          <p:stCondLst>
                                            <p:cond delay="0"/>
                                          </p:stCondLst>
                                        </p:cTn>
                                        <p:tgtEl>
                                          <p:spTgt spid="484">
                                            <p:txEl>
                                              <p:pRg st="0" end="0"/>
                                            </p:txEl>
                                          </p:spTgt>
                                        </p:tgtEl>
                                        <p:attrNameLst>
                                          <p:attrName>style.visibility</p:attrName>
                                        </p:attrNameLst>
                                      </p:cBhvr>
                                      <p:to>
                                        <p:strVal val="visible"/>
                                      </p:to>
                                    </p:set>
                                    <p:animEffect filter="fade" transition="in">
                                      <p:cBhvr additive="repl">
                                        <p:cTn id="10" dur="400"/>
                                        <p:tgtEl>
                                          <p:spTgt spid="484">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4300" b="0" u="none" strike="noStrike" cap="all">
                <a:solidFill>
                  <a:schemeClr val="dk1"/>
                </a:solidFill>
                <a:effectLst/>
                <a:uFillTx/>
                <a:latin typeface="Verdana Pro Black"/>
              </a:rPr>
              <a:t>Introducción y visión general del proyecto</a:t>
            </a:r>
            <a:endParaRPr lang="en-US" sz="4300" b="0" u="none" strike="noStrike">
              <a:solidFill>
                <a:schemeClr val="dk1"/>
              </a:solidFill>
              <a:effectLst/>
              <a:uFillTx/>
              <a:latin typeface="Corbel"/>
            </a:endParaRPr>
          </a:p>
        </p:txBody>
      </p:sp>
    </p:spTree>
  </p:cSld>
  <p:transition>
    <p:fade/>
  </p:transition>
  <p:timing>
    <p:tnLst>
      <p:par>
        <p:cTn id="11" dur="indefinite" restart="never" nodeType="tmRoot">
          <p:childTnLst>
            <p:seq>
              <p:cTn id="12" dur="indefinite" nodeType="mainSeq">
                <p:childTnLst>
                  <p:par>
                    <p:cTn id="13" fill="hold">
                      <p:stCondLst>
                        <p:cond delay="0"/>
                      </p:stCondLst>
                      <p:childTnLst>
                        <p:par>
                          <p:cTn id="14" fill="hold">
                            <p:stCondLst>
                              <p:cond delay="0"/>
                            </p:stCondLst>
                            <p:childTnLst>
                              <p:par>
                                <p:cTn id="15" presetID="10" presetClass="entr" fill="hold" nodeType="withEffect">
                                  <p:stCondLst>
                                    <p:cond delay="500"/>
                                  </p:stCondLst>
                                  <p:iterate type="el">
                                    <p:tmAbs val="100"/>
                                  </p:iterate>
                                  <p:childTnLst>
                                    <p:set>
                                      <p:cBhvr>
                                        <p:cTn id="16" dur="1" fill="hold">
                                          <p:stCondLst>
                                            <p:cond delay="0"/>
                                          </p:stCondLst>
                                        </p:cTn>
                                        <p:tgtEl>
                                          <p:spTgt spid="486"/>
                                        </p:tgtEl>
                                        <p:attrNameLst>
                                          <p:attrName>style.visibility</p:attrName>
                                        </p:attrNameLst>
                                      </p:cBhvr>
                                      <p:to>
                                        <p:strVal val="visible"/>
                                      </p:to>
                                    </p:set>
                                    <p:animEffect filter="fade" transition="in">
                                      <p:cBhvr additive="repl">
                                        <p:cTn id="17" dur="7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633960" y="631800"/>
            <a:ext cx="4707000" cy="1068120"/>
          </a:xfrm>
          <a:prstGeom prst="rect">
            <a:avLst/>
          </a:prstGeom>
          <a:noFill/>
          <a:ln w="0">
            <a:noFill/>
          </a:ln>
        </p:spPr>
        <p:txBody>
          <a:bodyPr lIns="91440" rIns="91440" tIns="45720" bIns="45720" anchor="t">
            <a:normAutofit/>
          </a:bodyPr>
          <a:p>
            <a:pPr indent="0" defTabSz="914400">
              <a:lnSpc>
                <a:spcPct val="90000"/>
              </a:lnSpc>
              <a:buNone/>
            </a:pPr>
            <a:r>
              <a:rPr lang="en-US" sz="2800" b="0" u="none" strike="noStrike" cap="all">
                <a:solidFill>
                  <a:schemeClr val="dk1"/>
                </a:solidFill>
                <a:effectLst/>
                <a:uFillTx/>
                <a:latin typeface="Verdana Pro Black"/>
              </a:rPr>
              <a:t>¿Qué es este proyecto?</a:t>
            </a:r>
            <a:endParaRPr lang="en-US" sz="2800" b="0" u="none" strike="noStrike">
              <a:solidFill>
                <a:schemeClr val="dk1"/>
              </a:solidFill>
              <a:effectLst/>
              <a:uFillTx/>
              <a:latin typeface="Corbel"/>
            </a:endParaRPr>
          </a:p>
        </p:txBody>
      </p:sp>
      <p:sp>
        <p:nvSpPr>
          <p:cNvPr id="488" name="Content Placeholder 4" descr="Concepto de coche eléctrico autónomo"/>
          <p:cNvSpPr/>
          <p:nvPr/>
        </p:nvSpPr>
        <p:spPr>
          <a:xfrm>
            <a:off x="636120" y="2138400"/>
            <a:ext cx="4707000" cy="4080960"/>
          </a:xfrm>
          <a:custGeom>
            <a:avLst/>
            <a:gdLst>
              <a:gd name="textAreaLeft" fmla="*/ 0 w 4707000"/>
              <a:gd name="textAreaRight" fmla="*/ 4707360 w 4707000"/>
              <a:gd name="textAreaTop" fmla="*/ 0 h 4080960"/>
              <a:gd name="textAreaBottom" fmla="*/ 4081320 h 4080960"/>
              <a:gd name="GluePoint1X" fmla="*/ 2259226 w 4522676"/>
              <a:gd name="GluePoint1Y" fmla="*/ 0 h 4594598"/>
              <a:gd name="GluePoint2X" fmla="*/ 3190558 w 4522676"/>
              <a:gd name="GluePoint2Y" fmla="*/ 81717 h 4594598"/>
              <a:gd name="GluePoint3X" fmla="*/ 4517651 w 4522676"/>
              <a:gd name="GluePoint3Y" fmla="*/ 936534 h 4594598"/>
              <a:gd name="GluePoint4X" fmla="*/ 4431926 w 4522676"/>
              <a:gd name="GluePoint4Y" fmla="*/ 1710842 h 4594598"/>
              <a:gd name="GluePoint5X" fmla="*/ 4432730 w 4522676"/>
              <a:gd name="GluePoint5Y" fmla="*/ 1728468 h 4594598"/>
              <a:gd name="GluePoint6X" fmla="*/ 4521654 w 4522676"/>
              <a:gd name="GluePoint6Y" fmla="*/ 2182714 h 4594598"/>
              <a:gd name="GluePoint7X" fmla="*/ 4435131 w 4522676"/>
              <a:gd name="GluePoint7Y" fmla="*/ 3196162 h 4594598"/>
              <a:gd name="GluePoint8X" fmla="*/ 4296136 w 4522676"/>
              <a:gd name="GluePoint8Y" fmla="*/ 4268092 h 4594598"/>
              <a:gd name="GluePoint9X" fmla="*/ 3498596 w 4522676"/>
              <a:gd name="GluePoint9Y" fmla="*/ 4521652 h 4594598"/>
              <a:gd name="GluePoint10X" fmla="*/ 2663406 w 4522676"/>
              <a:gd name="GluePoint10Y" fmla="*/ 4591354 h 4594598"/>
              <a:gd name="GluePoint11X" fmla="*/ 1524979 w 4522676"/>
              <a:gd name="GluePoint11Y" fmla="*/ 4514444 h 4594598"/>
              <a:gd name="GluePoint12X" fmla="*/ 53681 w 4522676"/>
              <a:gd name="GluePoint12Y" fmla="*/ 3964057 h 4594598"/>
              <a:gd name="GluePoint13X" fmla="*/ 89331 w 4522676"/>
              <a:gd name="GluePoint13Y" fmla="*/ 2693843 h 4594598"/>
              <a:gd name="GluePoint14X" fmla="*/ 2 w 4522676"/>
              <a:gd name="GluePoint14Y" fmla="*/ 2288465 h 4594598"/>
              <a:gd name="GluePoint15X" fmla="*/ 86929 w 4522676"/>
              <a:gd name="GluePoint15Y" fmla="*/ 1543401 h 4594598"/>
              <a:gd name="GluePoint16X" fmla="*/ 39260 w 4522676"/>
              <a:gd name="GluePoint16Y" fmla="*/ 721029 h 4594598"/>
              <a:gd name="GluePoint17X" fmla="*/ 1537398 w 4522676"/>
              <a:gd name="GluePoint17Y" fmla="*/ 85321 h 4594598"/>
              <a:gd name="GluePoint18X" fmla="*/ 2259226 w 4522676"/>
              <a:gd name="GluePoint18Y" fmla="*/ 0 h 45945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
        <p:nvSpPr>
          <p:cNvPr id="489" name="PlaceHolder 2"/>
          <p:cNvSpPr>
            <a:spLocks noGrp="1"/>
          </p:cNvSpPr>
          <p:nvPr>
            <p:ph/>
          </p:nvPr>
        </p:nvSpPr>
        <p:spPr>
          <a:xfrm>
            <a:off x="5924520" y="631800"/>
            <a:ext cx="5630760" cy="5587560"/>
          </a:xfrm>
          <a:prstGeom prst="rect">
            <a:avLst/>
          </a:prstGeom>
          <a:noFill/>
          <a:ln w="0">
            <a:noFill/>
          </a:ln>
        </p:spPr>
        <p:txBody>
          <a:bodyPr lIns="91440" rIns="91440" tIns="45720" bIns="45720" anchor="t">
            <a:normAutofit lnSpcReduction="9999"/>
          </a:bodyPr>
          <a:p>
            <a:pPr indent="0" defTabSz="914400">
              <a:lnSpc>
                <a:spcPct val="110000"/>
              </a:lnSpc>
              <a:spcBef>
                <a:spcPts val="2500"/>
              </a:spcBef>
              <a:spcAft>
                <a:spcPts val="601"/>
              </a:spcAft>
              <a:buNone/>
              <a:tabLst>
                <a:tab algn="l" pos="0"/>
              </a:tabLst>
            </a:pPr>
            <a:r>
              <a:rPr lang="en-US" sz="1400" b="1" u="none" spc="99" strike="noStrike">
                <a:solidFill>
                  <a:schemeClr val="dk1"/>
                </a:solidFill>
                <a:effectLst/>
                <a:uFillTx/>
                <a:latin typeface="Corbel"/>
              </a:rPr>
              <a:t>Sistema Integral de Datos</a:t>
            </a:r>
            <a:endParaRPr lang="en-US" sz="14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400" b="0" u="none" spc="99" strike="noStrike">
                <a:solidFill>
                  <a:schemeClr val="dk1"/>
                </a:solidFill>
                <a:effectLst/>
                <a:uFillTx/>
                <a:latin typeface="Corbel"/>
              </a:rPr>
              <a:t>El proyecto busca que el alumnado construya un sistema completo para recoger, almacenar y analizar datos generados por un juguete en uso terapéutico.</a:t>
            </a:r>
            <a:endParaRPr lang="en-US" sz="14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400" b="1" u="none" spc="99" strike="noStrike">
                <a:solidFill>
                  <a:schemeClr val="dk1"/>
                </a:solidFill>
                <a:effectLst/>
                <a:uFillTx/>
                <a:latin typeface="Corbel"/>
              </a:rPr>
              <a:t>Ciclo de Vida de los Datos</a:t>
            </a:r>
            <a:endParaRPr lang="en-US" sz="14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400" b="0" u="none" spc="99" strike="noStrike">
                <a:solidFill>
                  <a:schemeClr val="dk1"/>
                </a:solidFill>
                <a:effectLst/>
                <a:uFillTx/>
                <a:latin typeface="Corbel"/>
              </a:rPr>
              <a:t>Se trabaja todo el ciclo de vida de los datos, desde su generación hasta su transformación en métricas e indicadores útiles para el usuario final.</a:t>
            </a:r>
            <a:endParaRPr lang="en-US" sz="14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400" b="1" u="none" spc="99" strike="noStrike">
                <a:solidFill>
                  <a:schemeClr val="dk1"/>
                </a:solidFill>
                <a:effectLst/>
                <a:uFillTx/>
                <a:latin typeface="Corbel"/>
              </a:rPr>
              <a:t>Enfoque en el Análisis y Diseño</a:t>
            </a:r>
            <a:endParaRPr lang="en-US" sz="14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400" b="0" u="none" spc="99" strike="noStrike">
                <a:solidFill>
                  <a:schemeClr val="dk1"/>
                </a:solidFill>
                <a:effectLst/>
                <a:uFillTx/>
                <a:latin typeface="Corbel"/>
              </a:rPr>
              <a:t>El reto es comprender el problema, analizar datos relevantes y diseñar soluciones técnicas fundamentadas sin replicar tutoriales específicos.</a:t>
            </a:r>
            <a:endParaRPr lang="en-US" sz="14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400" b="1" u="none" spc="99" strike="noStrike">
                <a:solidFill>
                  <a:schemeClr val="dk1"/>
                </a:solidFill>
                <a:effectLst/>
                <a:uFillTx/>
                <a:latin typeface="Corbel"/>
              </a:rPr>
              <a:t>Aplicación Web y Visualización</a:t>
            </a:r>
            <a:endParaRPr lang="en-US" sz="14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400" b="0" u="none" spc="99" strike="noStrike">
                <a:solidFill>
                  <a:schemeClr val="dk1"/>
                </a:solidFill>
                <a:effectLst/>
                <a:uFillTx/>
                <a:latin typeface="Corbel"/>
              </a:rPr>
              <a:t>La aplicación web muestra los resultados claramente, actuando como la interfaz visible que refleja la lógica y procesamiento detrás.</a:t>
            </a:r>
            <a:endParaRPr lang="en-US" sz="1400" b="0" u="none" spc="99" strike="noStrike">
              <a:solidFill>
                <a:schemeClr val="dk1"/>
              </a:solidFill>
              <a:effectLst/>
              <a:uFillTx/>
              <a:latin typeface="Corbel"/>
            </a:endParaRPr>
          </a:p>
        </p:txBody>
      </p:sp>
    </p:spTree>
  </p:cSld>
  <p:transition>
    <p:fade/>
  </p:transition>
  <p:timing>
    <p:tnLst>
      <p:par>
        <p:cTn id="18" dur="indefinite" restart="never" nodeType="tmRoot">
          <p:childTnLst>
            <p:seq>
              <p:cTn id="19" dur="indefinite" nodeType="mainSeq">
                <p:childTnLst>
                  <p:par>
                    <p:cTn id="20" fill="hold">
                      <p:stCondLst>
                        <p:cond delay="0"/>
                      </p:stCondLst>
                      <p:childTnLst>
                        <p:par>
                          <p:cTn id="21" fill="hold">
                            <p:stCondLst>
                              <p:cond delay="0"/>
                            </p:stCondLst>
                            <p:childTnLst>
                              <p:par>
                                <p:cTn id="22" presetID="42" presetClass="entr" fill="hold" nodeType="withEffect">
                                  <p:stCondLst>
                                    <p:cond delay="250"/>
                                  </p:stCondLst>
                                  <p:iterate type="el">
                                    <p:tmAbs val="100"/>
                                  </p:iterate>
                                  <p:childTnLst>
                                    <p:set>
                                      <p:cBhvr>
                                        <p:cTn id="23" dur="1" fill="hold">
                                          <p:stCondLst>
                                            <p:cond delay="0"/>
                                          </p:stCondLst>
                                        </p:cTn>
                                        <p:tgtEl>
                                          <p:spTgt spid="489"/>
                                        </p:tgtEl>
                                        <p:attrNameLst>
                                          <p:attrName>style.visibility</p:attrName>
                                        </p:attrNameLst>
                                      </p:cBhvr>
                                      <p:to>
                                        <p:strVal val="visible"/>
                                      </p:to>
                                    </p:set>
                                    <p:animEffect filter="fade" transition="in">
                                      <p:cBhvr additive="repl">
                                        <p:cTn id="24" dur="250"/>
                                        <p:tgtEl>
                                          <p:spTgt spid="489"/>
                                        </p:tgtEl>
                                      </p:cBhvr>
                                    </p:animEffect>
                                    <p:anim calcmode="lin" valueType="num">
                                      <p:cBhvr additive="repl">
                                        <p:cTn id="25" dur="250" fill="hold"/>
                                        <p:tgtEl>
                                          <p:spTgt spid="489"/>
                                        </p:tgtEl>
                                        <p:attrNameLst>
                                          <p:attrName>ppt_x</p:attrName>
                                        </p:attrNameLst>
                                      </p:cBhvr>
                                      <p:tavLst>
                                        <p:tav>
                                          <p:val>
                                            <p:strVal val="#ppt_x"/>
                                          </p:val>
                                        </p:tav>
                                        <p:tav tm="100000">
                                          <p:val>
                                            <p:strVal val="#ppt_x"/>
                                          </p:val>
                                        </p:tav>
                                      </p:tavLst>
                                    </p:anim>
                                    <p:anim calcmode="lin" valueType="num">
                                      <p:cBhvr additive="repl">
                                        <p:cTn id="26" dur="250" fill="hold"/>
                                        <p:tgtEl>
                                          <p:spTgt spid="489"/>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5500" b="0" u="none" strike="noStrike" cap="all">
                <a:solidFill>
                  <a:schemeClr val="dk1"/>
                </a:solidFill>
                <a:effectLst/>
                <a:uFillTx/>
                <a:latin typeface="Verdana Pro Black"/>
              </a:rPr>
              <a:t>Objetivos del sistema</a:t>
            </a:r>
            <a:endParaRPr lang="en-US" sz="5500" b="0" u="none" strike="noStrike">
              <a:solidFill>
                <a:schemeClr val="dk1"/>
              </a:solidFill>
              <a:effectLst/>
              <a:uFillTx/>
              <a:latin typeface="Corbel"/>
            </a:endParaRPr>
          </a:p>
        </p:txBody>
      </p:sp>
    </p:spTree>
  </p:cSld>
  <p:transition>
    <p:fade/>
  </p:transition>
  <p:timing>
    <p:tnLst>
      <p:par>
        <p:cTn id="27" dur="indefinite" restart="never" nodeType="tmRoot">
          <p:childTnLst>
            <p:seq>
              <p:cTn id="28" dur="indefinite" nodeType="mainSeq">
                <p:childTnLst>
                  <p:par>
                    <p:cTn id="29" fill="hold">
                      <p:stCondLst>
                        <p:cond delay="0"/>
                      </p:stCondLst>
                      <p:childTnLst>
                        <p:par>
                          <p:cTn id="30" fill="hold">
                            <p:stCondLst>
                              <p:cond delay="0"/>
                            </p:stCondLst>
                            <p:childTnLst>
                              <p:par>
                                <p:cTn id="31" presetID="10" presetClass="entr" fill="hold" nodeType="withEffect">
                                  <p:stCondLst>
                                    <p:cond delay="500"/>
                                  </p:stCondLst>
                                  <p:iterate type="el">
                                    <p:tmAbs val="100"/>
                                  </p:iterate>
                                  <p:childTnLst>
                                    <p:set>
                                      <p:cBhvr>
                                        <p:cTn id="32" dur="1" fill="hold">
                                          <p:stCondLst>
                                            <p:cond delay="0"/>
                                          </p:stCondLst>
                                        </p:cTn>
                                        <p:tgtEl>
                                          <p:spTgt spid="490"/>
                                        </p:tgtEl>
                                        <p:attrNameLst>
                                          <p:attrName>style.visibility</p:attrName>
                                        </p:attrNameLst>
                                      </p:cBhvr>
                                      <p:to>
                                        <p:strVal val="visible"/>
                                      </p:to>
                                    </p:set>
                                    <p:animEffect filter="fade" transition="in">
                                      <p:cBhvr additive="repl">
                                        <p:cTn id="33" dur="700"/>
                                        <p:tgtEl>
                                          <p:spTgt spid="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5500" b="0" u="none" strike="noStrike" cap="all">
                <a:solidFill>
                  <a:schemeClr val="dk1"/>
                </a:solidFill>
                <a:effectLst/>
                <a:uFillTx/>
                <a:latin typeface="Verdana Pro Black"/>
              </a:rPr>
              <a:t>Usuarios del sistema</a:t>
            </a:r>
            <a:endParaRPr lang="en-US" sz="5500" b="0" u="none" strike="noStrike">
              <a:solidFill>
                <a:schemeClr val="dk1"/>
              </a:solidFill>
              <a:effectLst/>
              <a:uFillTx/>
              <a:latin typeface="Corbel"/>
            </a:endParaRPr>
          </a:p>
        </p:txBody>
      </p:sp>
    </p:spTree>
  </p:cSld>
  <p:transition>
    <p:fade/>
  </p:transition>
  <p:timing>
    <p:tnLst>
      <p:par>
        <p:cTn id="34" dur="indefinite" restart="never" nodeType="tmRoot">
          <p:childTnLst>
            <p:seq>
              <p:cTn id="35" dur="indefinite" nodeType="mainSeq">
                <p:childTnLst>
                  <p:par>
                    <p:cTn id="36" fill="hold">
                      <p:stCondLst>
                        <p:cond delay="0"/>
                      </p:stCondLst>
                      <p:childTnLst>
                        <p:par>
                          <p:cTn id="37" fill="hold">
                            <p:stCondLst>
                              <p:cond delay="0"/>
                            </p:stCondLst>
                            <p:childTnLst>
                              <p:par>
                                <p:cTn id="38" presetID="10" presetClass="entr" fill="hold" nodeType="withEffect">
                                  <p:stCondLst>
                                    <p:cond delay="500"/>
                                  </p:stCondLst>
                                  <p:iterate type="wd">
                                    <p:tmAbs val="150"/>
                                  </p:iterate>
                                  <p:childTnLst>
                                    <p:set>
                                      <p:cBhvr>
                                        <p:cTn id="39" dur="1" fill="hold">
                                          <p:stCondLst>
                                            <p:cond delay="0"/>
                                          </p:stCondLst>
                                        </p:cTn>
                                        <p:tgtEl>
                                          <p:spTgt spid="491"/>
                                        </p:tgtEl>
                                        <p:attrNameLst>
                                          <p:attrName>style.visibility</p:attrName>
                                        </p:attrNameLst>
                                      </p:cBhvr>
                                      <p:to>
                                        <p:strVal val="visible"/>
                                      </p:to>
                                    </p:set>
                                    <p:animEffect filter="fade" transition="in">
                                      <p:cBhvr additive="repl">
                                        <p:cTn id="40" dur="1000"/>
                                        <p:tgtEl>
                                          <p:spTgt spid="4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633960" y="631800"/>
            <a:ext cx="4707000" cy="1068120"/>
          </a:xfrm>
          <a:prstGeom prst="rect">
            <a:avLst/>
          </a:prstGeom>
          <a:noFill/>
          <a:ln w="0">
            <a:noFill/>
          </a:ln>
        </p:spPr>
        <p:txBody>
          <a:bodyPr lIns="91440" rIns="91440" tIns="45720" bIns="45720" anchor="t">
            <a:normAutofit/>
          </a:bodyPr>
          <a:p>
            <a:pPr indent="0" defTabSz="914400">
              <a:lnSpc>
                <a:spcPct val="90000"/>
              </a:lnSpc>
              <a:buNone/>
            </a:pPr>
            <a:r>
              <a:rPr lang="en-US" sz="2600" b="0" u="none" strike="noStrike" cap="all">
                <a:solidFill>
                  <a:schemeClr val="dk1"/>
                </a:solidFill>
                <a:effectLst/>
                <a:uFillTx/>
                <a:latin typeface="Verdana Pro Black"/>
              </a:rPr>
              <a:t>Usuario principal y usuario indirecto</a:t>
            </a:r>
            <a:endParaRPr lang="en-US" sz="2600" b="0" u="none" strike="noStrike">
              <a:solidFill>
                <a:schemeClr val="dk1"/>
              </a:solidFill>
              <a:effectLst/>
              <a:uFillTx/>
              <a:latin typeface="Corbel"/>
            </a:endParaRPr>
          </a:p>
        </p:txBody>
      </p:sp>
      <p:sp>
        <p:nvSpPr>
          <p:cNvPr id="493" name="Content Placeholder 4" descr="Niño dibujando en casa"/>
          <p:cNvSpPr/>
          <p:nvPr/>
        </p:nvSpPr>
        <p:spPr>
          <a:xfrm>
            <a:off x="636120" y="2138400"/>
            <a:ext cx="4707000" cy="4080960"/>
          </a:xfrm>
          <a:custGeom>
            <a:avLst/>
            <a:gdLst>
              <a:gd name="textAreaLeft" fmla="*/ 0 w 4707000"/>
              <a:gd name="textAreaRight" fmla="*/ 4707360 w 4707000"/>
              <a:gd name="textAreaTop" fmla="*/ 0 h 4080960"/>
              <a:gd name="textAreaBottom" fmla="*/ 4081320 h 4080960"/>
              <a:gd name="GluePoint1X" fmla="*/ 2259226 w 4522676"/>
              <a:gd name="GluePoint1Y" fmla="*/ 0 h 4594598"/>
              <a:gd name="GluePoint2X" fmla="*/ 3190558 w 4522676"/>
              <a:gd name="GluePoint2Y" fmla="*/ 81717 h 4594598"/>
              <a:gd name="GluePoint3X" fmla="*/ 4517651 w 4522676"/>
              <a:gd name="GluePoint3Y" fmla="*/ 936534 h 4594598"/>
              <a:gd name="GluePoint4X" fmla="*/ 4431926 w 4522676"/>
              <a:gd name="GluePoint4Y" fmla="*/ 1710842 h 4594598"/>
              <a:gd name="GluePoint5X" fmla="*/ 4432730 w 4522676"/>
              <a:gd name="GluePoint5Y" fmla="*/ 1728468 h 4594598"/>
              <a:gd name="GluePoint6X" fmla="*/ 4521654 w 4522676"/>
              <a:gd name="GluePoint6Y" fmla="*/ 2182714 h 4594598"/>
              <a:gd name="GluePoint7X" fmla="*/ 4435131 w 4522676"/>
              <a:gd name="GluePoint7Y" fmla="*/ 3196162 h 4594598"/>
              <a:gd name="GluePoint8X" fmla="*/ 4296136 w 4522676"/>
              <a:gd name="GluePoint8Y" fmla="*/ 4268092 h 4594598"/>
              <a:gd name="GluePoint9X" fmla="*/ 3498596 w 4522676"/>
              <a:gd name="GluePoint9Y" fmla="*/ 4521652 h 4594598"/>
              <a:gd name="GluePoint10X" fmla="*/ 2663406 w 4522676"/>
              <a:gd name="GluePoint10Y" fmla="*/ 4591354 h 4594598"/>
              <a:gd name="GluePoint11X" fmla="*/ 1524979 w 4522676"/>
              <a:gd name="GluePoint11Y" fmla="*/ 4514444 h 4594598"/>
              <a:gd name="GluePoint12X" fmla="*/ 53681 w 4522676"/>
              <a:gd name="GluePoint12Y" fmla="*/ 3964057 h 4594598"/>
              <a:gd name="GluePoint13X" fmla="*/ 89331 w 4522676"/>
              <a:gd name="GluePoint13Y" fmla="*/ 2693843 h 4594598"/>
              <a:gd name="GluePoint14X" fmla="*/ 2 w 4522676"/>
              <a:gd name="GluePoint14Y" fmla="*/ 2288465 h 4594598"/>
              <a:gd name="GluePoint15X" fmla="*/ 86929 w 4522676"/>
              <a:gd name="GluePoint15Y" fmla="*/ 1543401 h 4594598"/>
              <a:gd name="GluePoint16X" fmla="*/ 39260 w 4522676"/>
              <a:gd name="GluePoint16Y" fmla="*/ 721029 h 4594598"/>
              <a:gd name="GluePoint17X" fmla="*/ 1537398 w 4522676"/>
              <a:gd name="GluePoint17Y" fmla="*/ 85321 h 4594598"/>
              <a:gd name="GluePoint18X" fmla="*/ 2259226 w 4522676"/>
              <a:gd name="GluePoint18Y" fmla="*/ 0 h 45945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
        <p:nvSpPr>
          <p:cNvPr id="494" name="PlaceHolder 2"/>
          <p:cNvSpPr>
            <a:spLocks noGrp="1"/>
          </p:cNvSpPr>
          <p:nvPr>
            <p:ph/>
          </p:nvPr>
        </p:nvSpPr>
        <p:spPr>
          <a:xfrm>
            <a:off x="5924520" y="631800"/>
            <a:ext cx="5630760" cy="5587560"/>
          </a:xfrm>
          <a:prstGeom prst="rect">
            <a:avLst/>
          </a:prstGeom>
          <a:noFill/>
          <a:ln w="0">
            <a:noFill/>
          </a:ln>
        </p:spPr>
        <p:txBody>
          <a:bodyPr lIns="91440" rIns="91440" tIns="45720" bIns="45720" anchor="t">
            <a:normAutofit/>
          </a:bodyPr>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Usuario principal: profesional</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El usuario principal es un profesional que accede a la aplicación para consultar y analizar datos de forma clara y rápida.</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Interfaz orientada al análisis</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La interfaz facilita la visualización y comparación de datos con gráficos, resúmenes e informes automáticos para el profesional.</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Usuario indirecto: niño usuario</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El usuario indirecto es quien usa el juguete y genera los datos, sin interactuar con la aplicación web ni tomar decisiones.</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Importancia de la diferenciación</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Diferenciar usuarios principal e indirecto es esencial para diseñar un sistema funcional y evitar errores en la interfaz y funcionalidades.</a:t>
            </a:r>
            <a:endParaRPr lang="en-US" sz="1400" b="0" u="none" spc="99" strike="noStrike">
              <a:solidFill>
                <a:schemeClr val="dk1"/>
              </a:solidFill>
              <a:effectLst/>
              <a:uFillTx/>
              <a:latin typeface="Corbel"/>
            </a:endParaRPr>
          </a:p>
        </p:txBody>
      </p:sp>
    </p:spTree>
  </p:cSld>
  <p:transition>
    <p:fade/>
  </p:transition>
  <p:timing>
    <p:tnLst>
      <p:par>
        <p:cTn id="41" dur="indefinite" restart="never" nodeType="tmRoot">
          <p:childTnLst>
            <p:seq>
              <p:cTn id="42" dur="indefinite" nodeType="mainSeq">
                <p:childTnLst>
                  <p:par>
                    <p:cTn id="43" fill="hold">
                      <p:stCondLst>
                        <p:cond delay="0"/>
                      </p:stCondLst>
                      <p:childTnLst>
                        <p:par>
                          <p:cTn id="44" fill="hold">
                            <p:stCondLst>
                              <p:cond delay="0"/>
                            </p:stCondLst>
                            <p:childTnLst>
                              <p:par>
                                <p:cTn id="45" presetID="42" presetClass="entr" fill="hold" nodeType="withEffect">
                                  <p:stCondLst>
                                    <p:cond delay="250"/>
                                  </p:stCondLst>
                                  <p:iterate type="el">
                                    <p:tmAbs val="100"/>
                                  </p:iterate>
                                  <p:childTnLst>
                                    <p:set>
                                      <p:cBhvr>
                                        <p:cTn id="46" dur="1" fill="hold">
                                          <p:stCondLst>
                                            <p:cond delay="0"/>
                                          </p:stCondLst>
                                        </p:cTn>
                                        <p:tgtEl>
                                          <p:spTgt spid="494"/>
                                        </p:tgtEl>
                                        <p:attrNameLst>
                                          <p:attrName>style.visibility</p:attrName>
                                        </p:attrNameLst>
                                      </p:cBhvr>
                                      <p:to>
                                        <p:strVal val="visible"/>
                                      </p:to>
                                    </p:set>
                                    <p:animEffect filter="fade" transition="in">
                                      <p:cBhvr additive="repl">
                                        <p:cTn id="47" dur="250"/>
                                        <p:tgtEl>
                                          <p:spTgt spid="494"/>
                                        </p:tgtEl>
                                      </p:cBhvr>
                                    </p:animEffect>
                                    <p:anim calcmode="lin" valueType="num">
                                      <p:cBhvr additive="repl">
                                        <p:cTn id="48" dur="250" fill="hold"/>
                                        <p:tgtEl>
                                          <p:spTgt spid="494"/>
                                        </p:tgtEl>
                                        <p:attrNameLst>
                                          <p:attrName>ppt_x</p:attrName>
                                        </p:attrNameLst>
                                      </p:cBhvr>
                                      <p:tavLst>
                                        <p:tav>
                                          <p:val>
                                            <p:strVal val="#ppt_x"/>
                                          </p:val>
                                        </p:tav>
                                        <p:tav tm="100000">
                                          <p:val>
                                            <p:strVal val="#ppt_x"/>
                                          </p:val>
                                        </p:tav>
                                      </p:tavLst>
                                    </p:anim>
                                    <p:anim calcmode="lin" valueType="num">
                                      <p:cBhvr additive="repl">
                                        <p:cTn id="49" dur="250" fill="hold"/>
                                        <p:tgtEl>
                                          <p:spTgt spid="494"/>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5500" b="0" u="none" strike="noStrike" cap="all">
                <a:solidFill>
                  <a:schemeClr val="dk1"/>
                </a:solidFill>
                <a:effectLst/>
                <a:uFillTx/>
                <a:latin typeface="Verdana Pro Black"/>
              </a:rPr>
              <a:t>Alcance del Dual Code Challenge</a:t>
            </a:r>
            <a:endParaRPr lang="en-US" sz="5500" b="0" u="none" strike="noStrike">
              <a:solidFill>
                <a:schemeClr val="dk1"/>
              </a:solidFill>
              <a:effectLst/>
              <a:uFillTx/>
              <a:latin typeface="Corbel"/>
            </a:endParaRPr>
          </a:p>
        </p:txBody>
      </p:sp>
    </p:spTree>
  </p:cSld>
  <p:transition>
    <p:fade/>
  </p:transition>
  <p:timing>
    <p:tnLst>
      <p:par>
        <p:cTn id="50" dur="indefinite" restart="never" nodeType="tmRoot">
          <p:childTnLst>
            <p:seq>
              <p:cTn id="51" dur="indefinite" nodeType="mainSeq">
                <p:childTnLst>
                  <p:par>
                    <p:cTn id="52" fill="hold">
                      <p:stCondLst>
                        <p:cond delay="0"/>
                      </p:stCondLst>
                      <p:childTnLst>
                        <p:par>
                          <p:cTn id="53" fill="hold">
                            <p:stCondLst>
                              <p:cond delay="0"/>
                            </p:stCondLst>
                            <p:childTnLst>
                              <p:par>
                                <p:cTn id="54" presetID="10" presetClass="entr" fill="hold" nodeType="withEffect">
                                  <p:stCondLst>
                                    <p:cond delay="500"/>
                                  </p:stCondLst>
                                  <p:iterate type="el">
                                    <p:tmAbs val="100"/>
                                  </p:iterate>
                                  <p:childTnLst>
                                    <p:set>
                                      <p:cBhvr>
                                        <p:cTn id="55" dur="1" fill="hold">
                                          <p:stCondLst>
                                            <p:cond delay="0"/>
                                          </p:stCondLst>
                                        </p:cTn>
                                        <p:tgtEl>
                                          <p:spTgt spid="495"/>
                                        </p:tgtEl>
                                        <p:attrNameLst>
                                          <p:attrName>style.visibility</p:attrName>
                                        </p:attrNameLst>
                                      </p:cBhvr>
                                      <p:to>
                                        <p:strVal val="visible"/>
                                      </p:to>
                                    </p:set>
                                    <p:animEffect filter="fade" transition="in">
                                      <p:cBhvr additive="repl">
                                        <p:cTn id="56" dur="7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title"/>
          </p:nvPr>
        </p:nvSpPr>
        <p:spPr>
          <a:xfrm>
            <a:off x="633960" y="631800"/>
            <a:ext cx="4707000" cy="1068120"/>
          </a:xfrm>
          <a:prstGeom prst="rect">
            <a:avLst/>
          </a:prstGeom>
          <a:noFill/>
          <a:ln w="0">
            <a:noFill/>
          </a:ln>
        </p:spPr>
        <p:txBody>
          <a:bodyPr lIns="91440" rIns="91440" tIns="45720" bIns="45720" anchor="t">
            <a:normAutofit/>
          </a:bodyPr>
          <a:p>
            <a:pPr indent="0" defTabSz="914400">
              <a:lnSpc>
                <a:spcPct val="90000"/>
              </a:lnSpc>
              <a:buNone/>
            </a:pPr>
            <a:r>
              <a:rPr lang="en-US" sz="2400" b="0" u="none" strike="noStrike" cap="all">
                <a:solidFill>
                  <a:schemeClr val="dk1"/>
                </a:solidFill>
                <a:effectLst/>
                <a:uFillTx/>
                <a:latin typeface="Verdana Pro Black"/>
              </a:rPr>
              <a:t>Qué incluye y qué no incluye el proyecto</a:t>
            </a:r>
            <a:endParaRPr lang="en-US" sz="2400" b="0" u="none" strike="noStrike">
              <a:solidFill>
                <a:schemeClr val="dk1"/>
              </a:solidFill>
              <a:effectLst/>
              <a:uFillTx/>
              <a:latin typeface="Corbel"/>
            </a:endParaRPr>
          </a:p>
        </p:txBody>
      </p:sp>
      <p:sp>
        <p:nvSpPr>
          <p:cNvPr id="497" name="Content Placeholder 4" descr="Diagrama de flujo de dibujo hembra"/>
          <p:cNvSpPr/>
          <p:nvPr/>
        </p:nvSpPr>
        <p:spPr>
          <a:xfrm>
            <a:off x="636120" y="2138400"/>
            <a:ext cx="4707000" cy="4080960"/>
          </a:xfrm>
          <a:custGeom>
            <a:avLst/>
            <a:gdLst>
              <a:gd name="textAreaLeft" fmla="*/ 0 w 4707000"/>
              <a:gd name="textAreaRight" fmla="*/ 4707360 w 4707000"/>
              <a:gd name="textAreaTop" fmla="*/ 0 h 4080960"/>
              <a:gd name="textAreaBottom" fmla="*/ 4081320 h 4080960"/>
              <a:gd name="GluePoint1X" fmla="*/ 2259226 w 4522676"/>
              <a:gd name="GluePoint1Y" fmla="*/ 0 h 4594598"/>
              <a:gd name="GluePoint2X" fmla="*/ 3190558 w 4522676"/>
              <a:gd name="GluePoint2Y" fmla="*/ 81717 h 4594598"/>
              <a:gd name="GluePoint3X" fmla="*/ 4517651 w 4522676"/>
              <a:gd name="GluePoint3Y" fmla="*/ 936534 h 4594598"/>
              <a:gd name="GluePoint4X" fmla="*/ 4431926 w 4522676"/>
              <a:gd name="GluePoint4Y" fmla="*/ 1710842 h 4594598"/>
              <a:gd name="GluePoint5X" fmla="*/ 4432730 w 4522676"/>
              <a:gd name="GluePoint5Y" fmla="*/ 1728468 h 4594598"/>
              <a:gd name="GluePoint6X" fmla="*/ 4521654 w 4522676"/>
              <a:gd name="GluePoint6Y" fmla="*/ 2182714 h 4594598"/>
              <a:gd name="GluePoint7X" fmla="*/ 4435131 w 4522676"/>
              <a:gd name="GluePoint7Y" fmla="*/ 3196162 h 4594598"/>
              <a:gd name="GluePoint8X" fmla="*/ 4296136 w 4522676"/>
              <a:gd name="GluePoint8Y" fmla="*/ 4268092 h 4594598"/>
              <a:gd name="GluePoint9X" fmla="*/ 3498596 w 4522676"/>
              <a:gd name="GluePoint9Y" fmla="*/ 4521652 h 4594598"/>
              <a:gd name="GluePoint10X" fmla="*/ 2663406 w 4522676"/>
              <a:gd name="GluePoint10Y" fmla="*/ 4591354 h 4594598"/>
              <a:gd name="GluePoint11X" fmla="*/ 1524979 w 4522676"/>
              <a:gd name="GluePoint11Y" fmla="*/ 4514444 h 4594598"/>
              <a:gd name="GluePoint12X" fmla="*/ 53681 w 4522676"/>
              <a:gd name="GluePoint12Y" fmla="*/ 3964057 h 4594598"/>
              <a:gd name="GluePoint13X" fmla="*/ 89331 w 4522676"/>
              <a:gd name="GluePoint13Y" fmla="*/ 2693843 h 4594598"/>
              <a:gd name="GluePoint14X" fmla="*/ 2 w 4522676"/>
              <a:gd name="GluePoint14Y" fmla="*/ 2288465 h 4594598"/>
              <a:gd name="GluePoint15X" fmla="*/ 86929 w 4522676"/>
              <a:gd name="GluePoint15Y" fmla="*/ 1543401 h 4594598"/>
              <a:gd name="GluePoint16X" fmla="*/ 39260 w 4522676"/>
              <a:gd name="GluePoint16Y" fmla="*/ 721029 h 4594598"/>
              <a:gd name="GluePoint17X" fmla="*/ 1537398 w 4522676"/>
              <a:gd name="GluePoint17Y" fmla="*/ 85321 h 4594598"/>
              <a:gd name="GluePoint18X" fmla="*/ 2259226 w 4522676"/>
              <a:gd name="GluePoint18Y" fmla="*/ 0 h 45945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
        <p:nvSpPr>
          <p:cNvPr id="498" name="PlaceHolder 2"/>
          <p:cNvSpPr>
            <a:spLocks noGrp="1"/>
          </p:cNvSpPr>
          <p:nvPr>
            <p:ph/>
          </p:nvPr>
        </p:nvSpPr>
        <p:spPr>
          <a:xfrm>
            <a:off x="5924520" y="631800"/>
            <a:ext cx="5630760" cy="5587560"/>
          </a:xfrm>
          <a:prstGeom prst="rect">
            <a:avLst/>
          </a:prstGeom>
          <a:noFill/>
          <a:ln w="0">
            <a:noFill/>
          </a:ln>
        </p:spPr>
        <p:txBody>
          <a:bodyPr lIns="91440" rIns="91440" tIns="45720" bIns="45720" anchor="t">
            <a:normAutofit/>
          </a:bodyPr>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Alcance del proyecto</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El proyecto incluye el desarrollo de un sistema funcional que maneja datos desde su entrada hasta la visualización final.</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Procesamiento y visualización</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El sistema procesa datos, realiza cálculos y muestra resultados claros en gráficas y resúmenes semanales.</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Aspectos fuera del alcance</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No se incluye certificación médica, validación clínica ni producto final listo para producción o comercialización.</a:t>
            </a:r>
            <a:endParaRPr lang="en-US" sz="1400" b="0" u="none" spc="99" strike="noStrike">
              <a:solidFill>
                <a:schemeClr val="dk1"/>
              </a:solidFill>
              <a:effectLst/>
              <a:uFillTx/>
              <a:latin typeface="Corbel"/>
            </a:endParaRPr>
          </a:p>
          <a:p>
            <a:pPr indent="0" defTabSz="914400">
              <a:lnSpc>
                <a:spcPct val="120000"/>
              </a:lnSpc>
              <a:spcBef>
                <a:spcPts val="2500"/>
              </a:spcBef>
              <a:spcAft>
                <a:spcPts val="601"/>
              </a:spcAft>
              <a:buNone/>
              <a:tabLst>
                <a:tab algn="l" pos="0"/>
              </a:tabLst>
            </a:pPr>
            <a:r>
              <a:rPr lang="en-US" sz="1400" b="1" u="none" spc="99" strike="noStrike">
                <a:solidFill>
                  <a:schemeClr val="dk1"/>
                </a:solidFill>
                <a:effectLst/>
                <a:uFillTx/>
                <a:latin typeface="Corbel"/>
              </a:rPr>
              <a:t>Importancia del alcance claro</a:t>
            </a:r>
            <a:endParaRPr lang="en-US" sz="1400" b="0" u="none" spc="99" strike="noStrike">
              <a:solidFill>
                <a:schemeClr val="dk1"/>
              </a:solidFill>
              <a:effectLst/>
              <a:uFillTx/>
              <a:latin typeface="Corbel"/>
            </a:endParaRPr>
          </a:p>
          <a:p>
            <a:pPr indent="0" defTabSz="914400">
              <a:lnSpc>
                <a:spcPct val="120000"/>
              </a:lnSpc>
              <a:spcBef>
                <a:spcPts val="499"/>
              </a:spcBef>
              <a:spcAft>
                <a:spcPts val="601"/>
              </a:spcAft>
              <a:buNone/>
              <a:tabLst>
                <a:tab algn="l" pos="0"/>
              </a:tabLst>
            </a:pPr>
            <a:r>
              <a:rPr lang="en-US" sz="1400" b="0" u="none" spc="99" strike="noStrike">
                <a:solidFill>
                  <a:schemeClr val="dk1"/>
                </a:solidFill>
                <a:effectLst/>
                <a:uFillTx/>
                <a:latin typeface="Corbel"/>
              </a:rPr>
              <a:t>Definir el alcance ayuda a gestionar el tiempo y enfocarse en entregar un prototipo funcional y educativo.</a:t>
            </a:r>
            <a:endParaRPr lang="en-US" sz="1400" b="0" u="none" spc="99" strike="noStrike">
              <a:solidFill>
                <a:schemeClr val="dk1"/>
              </a:solidFill>
              <a:effectLst/>
              <a:uFillTx/>
              <a:latin typeface="Corbel"/>
            </a:endParaRPr>
          </a:p>
        </p:txBody>
      </p:sp>
    </p:spTree>
  </p:cSld>
  <p:transition>
    <p:fade/>
  </p:transition>
  <p:timing>
    <p:tnLst>
      <p:par>
        <p:cTn id="57" dur="indefinite" restart="never" nodeType="tmRoot">
          <p:childTnLst>
            <p:seq>
              <p:cTn id="58" dur="indefinite" nodeType="mainSeq">
                <p:childTnLst>
                  <p:par>
                    <p:cTn id="59" fill="hold">
                      <p:stCondLst>
                        <p:cond delay="0"/>
                      </p:stCondLst>
                      <p:childTnLst>
                        <p:par>
                          <p:cTn id="60" fill="hold">
                            <p:stCondLst>
                              <p:cond delay="0"/>
                            </p:stCondLst>
                            <p:childTnLst>
                              <p:par>
                                <p:cTn id="61" presetID="42" presetClass="entr" fill="hold" nodeType="withEffect">
                                  <p:stCondLst>
                                    <p:cond delay="250"/>
                                  </p:stCondLst>
                                  <p:iterate type="el">
                                    <p:tmAbs val="100"/>
                                  </p:iterate>
                                  <p:childTnLst>
                                    <p:set>
                                      <p:cBhvr>
                                        <p:cTn id="62" dur="1" fill="hold">
                                          <p:stCondLst>
                                            <p:cond delay="0"/>
                                          </p:stCondLst>
                                        </p:cTn>
                                        <p:tgtEl>
                                          <p:spTgt spid="498"/>
                                        </p:tgtEl>
                                        <p:attrNameLst>
                                          <p:attrName>style.visibility</p:attrName>
                                        </p:attrNameLst>
                                      </p:cBhvr>
                                      <p:to>
                                        <p:strVal val="visible"/>
                                      </p:to>
                                    </p:set>
                                    <p:animEffect filter="fade" transition="in">
                                      <p:cBhvr additive="repl">
                                        <p:cTn id="63" dur="250"/>
                                        <p:tgtEl>
                                          <p:spTgt spid="498"/>
                                        </p:tgtEl>
                                      </p:cBhvr>
                                    </p:animEffect>
                                    <p:anim calcmode="lin" valueType="num">
                                      <p:cBhvr additive="repl">
                                        <p:cTn id="64" dur="250" fill="hold"/>
                                        <p:tgtEl>
                                          <p:spTgt spid="498"/>
                                        </p:tgtEl>
                                        <p:attrNameLst>
                                          <p:attrName>ppt_x</p:attrName>
                                        </p:attrNameLst>
                                      </p:cBhvr>
                                      <p:tavLst>
                                        <p:tav>
                                          <p:val>
                                            <p:strVal val="#ppt_x"/>
                                          </p:val>
                                        </p:tav>
                                        <p:tav tm="100000">
                                          <p:val>
                                            <p:strVal val="#ppt_x"/>
                                          </p:val>
                                        </p:tav>
                                      </p:tavLst>
                                    </p:anim>
                                    <p:anim calcmode="lin" valueType="num">
                                      <p:cBhvr additive="repl">
                                        <p:cTn id="65" dur="250" fill="hold"/>
                                        <p:tgtEl>
                                          <p:spTgt spid="498"/>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4300" b="0" u="none" strike="noStrike" cap="all">
                <a:solidFill>
                  <a:schemeClr val="dk1"/>
                </a:solidFill>
                <a:effectLst/>
                <a:uFillTx/>
                <a:latin typeface="Verdana Pro Black"/>
              </a:rPr>
              <a:t>Datos y procesamiento</a:t>
            </a:r>
            <a:endParaRPr lang="en-US" sz="4300" b="0" u="none" strike="noStrike">
              <a:solidFill>
                <a:schemeClr val="dk1"/>
              </a:solidFill>
              <a:effectLst/>
              <a:uFillTx/>
              <a:latin typeface="Corbel"/>
            </a:endParaRPr>
          </a:p>
        </p:txBody>
      </p:sp>
    </p:spTree>
  </p:cSld>
  <p:transition>
    <p:fade/>
  </p:transition>
  <p:timing>
    <p:tnLst>
      <p:par>
        <p:cTn id="66" dur="indefinite" restart="never" nodeType="tmRoot">
          <p:childTnLst>
            <p:seq>
              <p:cTn id="67" dur="indefinite" nodeType="mainSeq">
                <p:childTnLst>
                  <p:par>
                    <p:cTn id="68" fill="hold">
                      <p:stCondLst>
                        <p:cond delay="0"/>
                      </p:stCondLst>
                      <p:childTnLst>
                        <p:par>
                          <p:cTn id="69" fill="hold">
                            <p:stCondLst>
                              <p:cond delay="0"/>
                            </p:stCondLst>
                            <p:childTnLst>
                              <p:par>
                                <p:cTn id="70" presetID="10" presetClass="entr" fill="hold" nodeType="withEffect">
                                  <p:stCondLst>
                                    <p:cond delay="500"/>
                                  </p:stCondLst>
                                  <p:iterate type="el">
                                    <p:tmAbs val="100"/>
                                  </p:iterate>
                                  <p:childTnLst>
                                    <p:set>
                                      <p:cBhvr>
                                        <p:cTn id="71" dur="1" fill="hold">
                                          <p:stCondLst>
                                            <p:cond delay="0"/>
                                          </p:stCondLst>
                                        </p:cTn>
                                        <p:tgtEl>
                                          <p:spTgt spid="499"/>
                                        </p:tgtEl>
                                        <p:attrNameLst>
                                          <p:attrName>style.visibility</p:attrName>
                                        </p:attrNameLst>
                                      </p:cBhvr>
                                      <p:to>
                                        <p:strVal val="visible"/>
                                      </p:to>
                                    </p:set>
                                    <p:animEffect filter="fade" transition="in">
                                      <p:cBhvr additive="repl">
                                        <p:cTn id="72" dur="7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7786080" y="635040"/>
            <a:ext cx="3771360" cy="1494000"/>
          </a:xfrm>
          <a:prstGeom prst="rect">
            <a:avLst/>
          </a:prstGeom>
          <a:noFill/>
          <a:ln w="0">
            <a:noFill/>
          </a:ln>
        </p:spPr>
        <p:txBody>
          <a:bodyPr lIns="91440" rIns="91440" tIns="45720" bIns="45720" anchor="b">
            <a:normAutofit/>
          </a:bodyPr>
          <a:p>
            <a:pPr indent="0" defTabSz="914400">
              <a:lnSpc>
                <a:spcPct val="90000"/>
              </a:lnSpc>
              <a:buNone/>
            </a:pPr>
            <a:r>
              <a:rPr lang="en-US" sz="2400" b="0" u="none" strike="noStrike" cap="all">
                <a:solidFill>
                  <a:schemeClr val="dk1"/>
                </a:solidFill>
                <a:effectLst/>
                <a:uFillTx/>
                <a:latin typeface="Verdana Pro Black"/>
              </a:rPr>
              <a:t>Tipos de datos y tratamiento de la información</a:t>
            </a:r>
            <a:endParaRPr lang="en-US" sz="2400" b="0" u="none" strike="noStrike">
              <a:solidFill>
                <a:schemeClr val="dk1"/>
              </a:solidFill>
              <a:effectLst/>
              <a:uFillTx/>
              <a:latin typeface="Corbel"/>
            </a:endParaRPr>
          </a:p>
        </p:txBody>
      </p:sp>
      <p:sp>
        <p:nvSpPr>
          <p:cNvPr id="501" name="Content Placeholder 4" descr="Las burbujas rojas de comunicación con espacio de copia están conectadas entre sí mediante flechas negras. Esta imagen muestra las redes sociales y la comunicación en línea entre personas."/>
          <p:cNvSpPr/>
          <p:nvPr/>
        </p:nvSpPr>
        <p:spPr>
          <a:xfrm>
            <a:off x="633960" y="699840"/>
            <a:ext cx="6595200" cy="5457600"/>
          </a:xfrm>
          <a:custGeom>
            <a:avLst/>
            <a:gdLst>
              <a:gd name="textAreaLeft" fmla="*/ 0 w 6595200"/>
              <a:gd name="textAreaRight" fmla="*/ 6595560 w 6595200"/>
              <a:gd name="textAreaTop" fmla="*/ 0 h 5457600"/>
              <a:gd name="textAreaBottom" fmla="*/ 5457960 h 5457600"/>
              <a:gd name="GluePoint1X" fmla="*/ 231248 w 6595439"/>
              <a:gd name="GluePoint1Y" fmla="*/ 1262639 h 5458119"/>
              <a:gd name="GluePoint2X" fmla="*/ 271155 w 6595439"/>
              <a:gd name="GluePoint2Y" fmla="*/ 1279593 h 5458119"/>
              <a:gd name="GluePoint3X" fmla="*/ 714720 w 6595439"/>
              <a:gd name="GluePoint3Y" fmla="*/ 1329896 h 5458119"/>
              <a:gd name="GluePoint4X" fmla="*/ 394143 w 6595439"/>
              <a:gd name="GluePoint4Y" fmla="*/ 1805453 h 5458119"/>
              <a:gd name="GluePoint5X" fmla="*/ 354232 w 6595439"/>
              <a:gd name="GluePoint5Y" fmla="*/ 1840810 h 5458119"/>
              <a:gd name="GluePoint6X" fmla="*/ 309274 w 6595439"/>
              <a:gd name="GluePoint6Y" fmla="*/ 1880638 h 5458119"/>
              <a:gd name="GluePoint7X" fmla="*/ 287997 w 6595439"/>
              <a:gd name="GluePoint7Y" fmla="*/ 1896284 h 5458119"/>
              <a:gd name="GluePoint8X" fmla="*/ 272059 w 6595439"/>
              <a:gd name="GluePoint8Y" fmla="*/ 1731592 h 5458119"/>
              <a:gd name="GluePoint9X" fmla="*/ 235363 w 6595439"/>
              <a:gd name="GluePoint9Y" fmla="*/ 1371092 h 5458119"/>
              <a:gd name="GluePoint10X" fmla="*/ 532287 w 6595439"/>
              <a:gd name="GluePoint10Y" fmla="*/ 315123 h 5458119"/>
              <a:gd name="GluePoint11X" fmla="*/ 560675 w 6595439"/>
              <a:gd name="GluePoint11Y" fmla="*/ 336282 h 5458119"/>
              <a:gd name="GluePoint12X" fmla="*/ 621025 w 6595439"/>
              <a:gd name="GluePoint12Y" fmla="*/ 399627 h 5458119"/>
              <a:gd name="GluePoint13X" fmla="*/ 781780 w 6595439"/>
              <a:gd name="GluePoint13Y" fmla="*/ 764537 h 5458119"/>
              <a:gd name="GluePoint14X" fmla="*/ 449570 w 6595439"/>
              <a:gd name="GluePoint14Y" fmla="*/ 763951 h 5458119"/>
              <a:gd name="GluePoint15X" fmla="*/ 354297 w 6595439"/>
              <a:gd name="GluePoint15Y" fmla="*/ 715264 h 5458119"/>
              <a:gd name="GluePoint16X" fmla="*/ 314640 w 6595439"/>
              <a:gd name="GluePoint16Y" fmla="*/ 679038 h 5458119"/>
              <a:gd name="GluePoint17X" fmla="*/ 337817 w 6595439"/>
              <a:gd name="GluePoint17Y" fmla="*/ 617270 h 5458119"/>
              <a:gd name="GluePoint18X" fmla="*/ 487193 w 6595439"/>
              <a:gd name="GluePoint18Y" fmla="*/ 365648 h 5458119"/>
              <a:gd name="GluePoint19X" fmla="*/ 2083171 w 6595439"/>
              <a:gd name="GluePoint19Y" fmla="*/ 151598 h 5458119"/>
              <a:gd name="GluePoint20X" fmla="*/ 2150580 w 6595439"/>
              <a:gd name="GluePoint20Y" fmla="*/ 176732 h 5458119"/>
              <a:gd name="GluePoint21X" fmla="*/ 4084892 w 6595439"/>
              <a:gd name="GluePoint21Y" fmla="*/ 572412 h 5458119"/>
              <a:gd name="GluePoint22X" fmla="*/ 6212725 w 6595439"/>
              <a:gd name="GluePoint22Y" fmla="*/ 774523 h 5458119"/>
              <a:gd name="GluePoint23X" fmla="*/ 6341961 w 6595439"/>
              <a:gd name="GluePoint23Y" fmla="*/ 2367404 h 5458119"/>
              <a:gd name="GluePoint24X" fmla="*/ 6318989 w 6595439"/>
              <a:gd name="GluePoint24Y" fmla="*/ 4775299 h 5458119"/>
              <a:gd name="GluePoint25X" fmla="*/ 4208978 w 6595439"/>
              <a:gd name="GluePoint25Y" fmla="*/ 4965844 h 5458119"/>
              <a:gd name="GluePoint26X" fmla="*/ 216879 w 6595439"/>
              <a:gd name="GluePoint26Y" fmla="*/ 4772836 h 5458119"/>
              <a:gd name="GluePoint27X" fmla="*/ 247166 w 6595439"/>
              <a:gd name="GluePoint27Y" fmla="*/ 2594383 h 5458119"/>
              <a:gd name="GluePoint28X" fmla="*/ 256328 w 6595439"/>
              <a:gd name="GluePoint28Y" fmla="*/ 2538737 h 5458119"/>
              <a:gd name="GluePoint29X" fmla="*/ 381337 w 6595439"/>
              <a:gd name="GluePoint29Y" fmla="*/ 2483373 h 5458119"/>
              <a:gd name="GluePoint30X" fmla="*/ 536853 w 6595439"/>
              <a:gd name="GluePoint30Y" fmla="*/ 2389977 h 5458119"/>
              <a:gd name="GluePoint31X" fmla="*/ 631744 w 6595439"/>
              <a:gd name="GluePoint31Y" fmla="*/ 2317897 h 5458119"/>
              <a:gd name="GluePoint32X" fmla="*/ 683394 w 6595439"/>
              <a:gd name="GluePoint32Y" fmla="*/ 2278664 h 5458119"/>
              <a:gd name="GluePoint33X" fmla="*/ 1285491 w 6595439"/>
              <a:gd name="GluePoint33Y" fmla="*/ 1346405 h 5458119"/>
              <a:gd name="GluePoint34X" fmla="*/ 1333098 w 6595439"/>
              <a:gd name="GluePoint34Y" fmla="*/ 1095879 h 5458119"/>
              <a:gd name="GluePoint35X" fmla="*/ 1725009 w 6595439"/>
              <a:gd name="GluePoint35Y" fmla="*/ 715824 h 5458119"/>
              <a:gd name="GluePoint36X" fmla="*/ 2064162 w 6595439"/>
              <a:gd name="GluePoint36Y" fmla="*/ 184419 h 5458119"/>
              <a:gd name="GluePoint37X" fmla="*/ 1345511 w 6595439"/>
              <a:gd name="GluePoint37Y" fmla="*/ 1 h 5458119"/>
              <a:gd name="GluePoint38X" fmla="*/ 1510567 w 6595439"/>
              <a:gd name="GluePoint38Y" fmla="*/ 8347 h 5458119"/>
              <a:gd name="GluePoint39X" fmla="*/ 1531096 w 6595439"/>
              <a:gd name="GluePoint39Y" fmla="*/ 11300 h 5458119"/>
              <a:gd name="GluePoint40X" fmla="*/ 1427220 w 6595439"/>
              <a:gd name="GluePoint40Y" fmla="*/ 186599 h 5458119"/>
              <a:gd name="GluePoint41X" fmla="*/ 1253056 w 6595439"/>
              <a:gd name="GluePoint41Y" fmla="*/ 430924 h 5458119"/>
              <a:gd name="GluePoint42X" fmla="*/ 1043747 w 6595439"/>
              <a:gd name="GluePoint42Y" fmla="*/ 57997 h 5458119"/>
              <a:gd name="GluePoint43X" fmla="*/ 1025492 w 6595439"/>
              <a:gd name="GluePoint43Y" fmla="*/ 37629 h 5458119"/>
              <a:gd name="GluePoint44X" fmla="*/ 1167106 w 6595439"/>
              <a:gd name="GluePoint44Y" fmla="*/ 10468 h 5458119"/>
              <a:gd name="GluePoint45X" fmla="*/ 1345511 w 6595439"/>
              <a:gd name="GluePoint45Y" fmla="*/ 1 h 545811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Lst>
            <a:rect l="textAreaLeft" t="textAreaTop" r="textAreaRight" b="textAreaBottom"/>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
        <p:nvSpPr>
          <p:cNvPr id="502" name="PlaceHolder 2"/>
          <p:cNvSpPr>
            <a:spLocks noGrp="1"/>
          </p:cNvSpPr>
          <p:nvPr>
            <p:ph/>
          </p:nvPr>
        </p:nvSpPr>
        <p:spPr>
          <a:xfrm>
            <a:off x="7786080" y="2495160"/>
            <a:ext cx="3771360" cy="3674520"/>
          </a:xfrm>
          <a:prstGeom prst="rect">
            <a:avLst/>
          </a:prstGeom>
          <a:noFill/>
          <a:ln w="0">
            <a:noFill/>
          </a:ln>
        </p:spPr>
        <p:txBody>
          <a:bodyPr lIns="91440" rIns="91440" tIns="45720" bIns="45720" anchor="t">
            <a:normAutofit/>
          </a:bodyPr>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Tipos de datos principales</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El sistema usa datos de movimiento diario y datos detallados de sesiones para analizar el uso del juguete.</a:t>
            </a:r>
            <a:endParaRPr lang="en-US" sz="11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Procesamiento de datos</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Incluye normalización, agregación diaria y agrupación semanal para mantener coherencia y simplificar análisis.</a:t>
            </a:r>
            <a:endParaRPr lang="en-US" sz="11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Valor del análisis detallado</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Los datos de sesión aportan información sobre la calidad y forma de uso, mejorando el análisis general.</a:t>
            </a:r>
            <a:endParaRPr lang="en-US" sz="1100" b="0" u="none" spc="99" strike="noStrike">
              <a:solidFill>
                <a:schemeClr val="dk1"/>
              </a:solidFill>
              <a:effectLst/>
              <a:uFillTx/>
              <a:latin typeface="Corbel"/>
            </a:endParaRPr>
          </a:p>
        </p:txBody>
      </p:sp>
    </p:spTree>
  </p:cSld>
  <p:transition>
    <p:fade/>
  </p:transition>
  <p:timing>
    <p:tnLst>
      <p:par>
        <p:cTn id="73" dur="indefinite" restart="never" nodeType="tmRoot">
          <p:childTnLst>
            <p:seq>
              <p:cTn id="74" dur="indefinite" nodeType="mainSeq">
                <p:childTnLst>
                  <p:par>
                    <p:cTn id="75" fill="hold">
                      <p:stCondLst>
                        <p:cond delay="0"/>
                      </p:stCondLst>
                      <p:childTnLst>
                        <p:par>
                          <p:cTn id="76" fill="hold">
                            <p:stCondLst>
                              <p:cond delay="0"/>
                            </p:stCondLst>
                            <p:childTnLst>
                              <p:par>
                                <p:cTn id="77" presetID="42" presetClass="entr" fill="hold" nodeType="withEffect">
                                  <p:stCondLst>
                                    <p:cond delay="250"/>
                                  </p:stCondLst>
                                  <p:iterate type="el">
                                    <p:tmAbs val="100"/>
                                  </p:iterate>
                                  <p:childTnLst>
                                    <p:set>
                                      <p:cBhvr>
                                        <p:cTn id="78" dur="1" fill="hold">
                                          <p:stCondLst>
                                            <p:cond delay="0"/>
                                          </p:stCondLst>
                                        </p:cTn>
                                        <p:tgtEl>
                                          <p:spTgt spid="502"/>
                                        </p:tgtEl>
                                        <p:attrNameLst>
                                          <p:attrName>style.visibility</p:attrName>
                                        </p:attrNameLst>
                                      </p:cBhvr>
                                      <p:to>
                                        <p:strVal val="visible"/>
                                      </p:to>
                                    </p:set>
                                    <p:animEffect filter="fade" transition="in">
                                      <p:cBhvr additive="repl">
                                        <p:cTn id="79" dur="250"/>
                                        <p:tgtEl>
                                          <p:spTgt spid="502"/>
                                        </p:tgtEl>
                                      </p:cBhvr>
                                    </p:animEffect>
                                    <p:anim calcmode="lin" valueType="num">
                                      <p:cBhvr additive="repl">
                                        <p:cTn id="80" dur="250" fill="hold"/>
                                        <p:tgtEl>
                                          <p:spTgt spid="502"/>
                                        </p:tgtEl>
                                        <p:attrNameLst>
                                          <p:attrName>ppt_x</p:attrName>
                                        </p:attrNameLst>
                                      </p:cBhvr>
                                      <p:tavLst>
                                        <p:tav>
                                          <p:val>
                                            <p:strVal val="#ppt_x"/>
                                          </p:val>
                                        </p:tav>
                                        <p:tav tm="100000">
                                          <p:val>
                                            <p:strVal val="#ppt_x"/>
                                          </p:val>
                                        </p:tav>
                                      </p:tavLst>
                                    </p:anim>
                                    <p:anim calcmode="lin" valueType="num">
                                      <p:cBhvr additive="repl">
                                        <p:cTn id="81" dur="250" fill="hold"/>
                                        <p:tgtEl>
                                          <p:spTgt spid="50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5346720" y="3429000"/>
            <a:ext cx="5867640" cy="2475360"/>
          </a:xfrm>
          <a:prstGeom prst="rect">
            <a:avLst/>
          </a:prstGeom>
          <a:noFill/>
          <a:ln w="0">
            <a:noFill/>
          </a:ln>
        </p:spPr>
        <p:txBody>
          <a:bodyPr lIns="91440" rIns="91440" tIns="45720" bIns="45720" anchor="ctr">
            <a:normAutofit/>
          </a:bodyPr>
          <a:p>
            <a:pPr indent="0" defTabSz="914400">
              <a:lnSpc>
                <a:spcPct val="90000"/>
              </a:lnSpc>
              <a:buNone/>
            </a:pPr>
            <a:r>
              <a:rPr lang="en-US" sz="3400" b="0" u="none" strike="noStrike" cap="all">
                <a:solidFill>
                  <a:schemeClr val="dk1"/>
                </a:solidFill>
                <a:effectLst/>
                <a:uFillTx/>
                <a:latin typeface="Verdana Pro Black"/>
              </a:rPr>
              <a:t>Funcionalidades y filosofía del proyecto</a:t>
            </a:r>
            <a:endParaRPr lang="en-US" sz="3400" b="0" u="none" strike="noStrike">
              <a:solidFill>
                <a:schemeClr val="dk1"/>
              </a:solidFill>
              <a:effectLst/>
              <a:uFillTx/>
              <a:latin typeface="Corbel"/>
            </a:endParaRPr>
          </a:p>
        </p:txBody>
      </p:sp>
    </p:spTree>
  </p:cSld>
  <p:transition>
    <p:fade/>
  </p:transition>
  <p:timing>
    <p:tnLst>
      <p:par>
        <p:cTn id="82" dur="indefinite" restart="never" nodeType="tmRoot">
          <p:childTnLst>
            <p:seq>
              <p:cTn id="83" dur="indefinite" nodeType="mainSeq">
                <p:childTnLst>
                  <p:par>
                    <p:cTn id="84" fill="hold">
                      <p:stCondLst>
                        <p:cond delay="0"/>
                      </p:stCondLst>
                      <p:childTnLst>
                        <p:par>
                          <p:cTn id="85" fill="hold">
                            <p:stCondLst>
                              <p:cond delay="0"/>
                            </p:stCondLst>
                            <p:childTnLst>
                              <p:par>
                                <p:cTn id="86" presetID="10" presetClass="entr" fill="hold" nodeType="withEffect">
                                  <p:stCondLst>
                                    <p:cond delay="500"/>
                                  </p:stCondLst>
                                  <p:iterate type="el">
                                    <p:tmAbs val="100"/>
                                  </p:iterate>
                                  <p:childTnLst>
                                    <p:set>
                                      <p:cBhvr>
                                        <p:cTn id="87" dur="1" fill="hold">
                                          <p:stCondLst>
                                            <p:cond delay="0"/>
                                          </p:stCondLst>
                                        </p:cTn>
                                        <p:tgtEl>
                                          <p:spTgt spid="503"/>
                                        </p:tgtEl>
                                        <p:attrNameLst>
                                          <p:attrName>style.visibility</p:attrName>
                                        </p:attrNameLst>
                                      </p:cBhvr>
                                      <p:to>
                                        <p:strVal val="visible"/>
                                      </p:to>
                                    </p:set>
                                    <p:animEffect filter="fade" transition="in">
                                      <p:cBhvr additive="repl">
                                        <p:cTn id="88" dur="7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title"/>
          </p:nvPr>
        </p:nvSpPr>
        <p:spPr>
          <a:xfrm>
            <a:off x="642600" y="635040"/>
            <a:ext cx="7151760" cy="1113120"/>
          </a:xfrm>
          <a:prstGeom prst="rect">
            <a:avLst/>
          </a:prstGeom>
          <a:noFill/>
          <a:ln w="0">
            <a:noFill/>
          </a:ln>
        </p:spPr>
        <p:txBody>
          <a:bodyPr lIns="91440" rIns="91440" tIns="45720" bIns="45720" anchor="t">
            <a:normAutofit fontScale="92500" lnSpcReduction="9999"/>
          </a:bodyPr>
          <a:p>
            <a:pPr indent="0" defTabSz="914400">
              <a:lnSpc>
                <a:spcPct val="90000"/>
              </a:lnSpc>
              <a:buNone/>
            </a:pPr>
            <a:r>
              <a:rPr lang="en-US" sz="2800" b="0" u="none" strike="noStrike" cap="all">
                <a:solidFill>
                  <a:schemeClr val="dk1"/>
                </a:solidFill>
                <a:effectLst/>
                <a:uFillTx/>
                <a:latin typeface="Verdana Pro Black"/>
              </a:rPr>
              <a:t>Aplicación web, informes y enfoque del Dual Code Challenge</a:t>
            </a:r>
            <a:endParaRPr lang="en-US" sz="2800" b="0" u="none" strike="noStrike">
              <a:solidFill>
                <a:schemeClr val="dk1"/>
              </a:solidFill>
              <a:effectLst/>
              <a:uFillTx/>
              <a:latin typeface="Corbel"/>
            </a:endParaRPr>
          </a:p>
        </p:txBody>
      </p:sp>
      <p:sp>
        <p:nvSpPr>
          <p:cNvPr id="505" name="PlaceHolder 2"/>
          <p:cNvSpPr>
            <a:spLocks noGrp="1"/>
          </p:cNvSpPr>
          <p:nvPr>
            <p:ph/>
          </p:nvPr>
        </p:nvSpPr>
        <p:spPr>
          <a:xfrm>
            <a:off x="642600" y="2129400"/>
            <a:ext cx="7151760" cy="4093200"/>
          </a:xfrm>
          <a:prstGeom prst="rect">
            <a:avLst/>
          </a:prstGeom>
          <a:noFill/>
          <a:ln w="0">
            <a:noFill/>
          </a:ln>
        </p:spPr>
        <p:txBody>
          <a:bodyPr lIns="91440" rIns="91440" tIns="45720" bIns="45720" anchor="t">
            <a:normAutofit/>
          </a:bodyPr>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Interacción dinámica de usuarios</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La aplicación permite cambiar usuarios para actualizar automáticamente todos los datos mostrados, adaptándose a distintos perfiles profesionales.</a:t>
            </a:r>
            <a:endParaRPr lang="en-US" sz="11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Visualización avanzada de datos</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Se muestran gráficas de tiempo de uso y sesiones que combinan eventos y métricas, con navegación temporal y vista ampliada para análisis detallado.</a:t>
            </a:r>
            <a:endParaRPr lang="en-US" sz="11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Generación automática de informes</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Los informes automáticos resumen datos semanales clave como tiempo total, medias diarias y actividad, facilitando una visión sintética y compartible.</a:t>
            </a:r>
            <a:endParaRPr lang="en-US" sz="1100" b="0" u="none" spc="99" strike="noStrike">
              <a:solidFill>
                <a:schemeClr val="dk1"/>
              </a:solidFill>
              <a:effectLst/>
              <a:uFillTx/>
              <a:latin typeface="Corbel"/>
            </a:endParaRPr>
          </a:p>
          <a:p>
            <a:pPr indent="0" defTabSz="914400">
              <a:lnSpc>
                <a:spcPct val="110000"/>
              </a:lnSpc>
              <a:spcBef>
                <a:spcPts val="2500"/>
              </a:spcBef>
              <a:spcAft>
                <a:spcPts val="601"/>
              </a:spcAft>
              <a:buNone/>
              <a:tabLst>
                <a:tab algn="l" pos="0"/>
              </a:tabLst>
            </a:pPr>
            <a:r>
              <a:rPr lang="en-US" sz="1100" b="1" u="none" spc="99" strike="noStrike">
                <a:solidFill>
                  <a:schemeClr val="dk1"/>
                </a:solidFill>
                <a:effectLst/>
                <a:uFillTx/>
                <a:latin typeface="Corbel"/>
              </a:rPr>
              <a:t>Filosofía y enfoque del Dual Code Challenge</a:t>
            </a:r>
            <a:endParaRPr lang="en-US" sz="1100" b="0" u="none" spc="99" strike="noStrike">
              <a:solidFill>
                <a:schemeClr val="dk1"/>
              </a:solidFill>
              <a:effectLst/>
              <a:uFillTx/>
              <a:latin typeface="Corbel"/>
            </a:endParaRPr>
          </a:p>
          <a:p>
            <a:pPr indent="0" defTabSz="914400">
              <a:lnSpc>
                <a:spcPct val="110000"/>
              </a:lnSpc>
              <a:spcBef>
                <a:spcPts val="499"/>
              </a:spcBef>
              <a:spcAft>
                <a:spcPts val="601"/>
              </a:spcAft>
              <a:buNone/>
              <a:tabLst>
                <a:tab algn="l" pos="0"/>
              </a:tabLst>
            </a:pPr>
            <a:r>
              <a:rPr lang="en-US" sz="1100" b="0" u="none" spc="99" strike="noStrike">
                <a:solidFill>
                  <a:schemeClr val="dk1"/>
                </a:solidFill>
                <a:effectLst/>
                <a:uFillTx/>
                <a:latin typeface="Corbel"/>
              </a:rPr>
              <a:t>El Dual Code Challenge se centra en entender problemas reales, diseñar soluciones completas y justificar decisiones técnicas con un análisis funcional sólido.</a:t>
            </a:r>
            <a:endParaRPr lang="en-US" sz="1100" b="0" u="none" spc="99" strike="noStrike">
              <a:solidFill>
                <a:schemeClr val="dk1"/>
              </a:solidFill>
              <a:effectLst/>
              <a:uFillTx/>
              <a:latin typeface="Corbel"/>
            </a:endParaRPr>
          </a:p>
        </p:txBody>
      </p:sp>
      <p:sp>
        <p:nvSpPr>
          <p:cNvPr id="506" name="Content Placeholder 4" descr="Joven trabajando desde casa con su portátil"/>
          <p:cNvSpPr/>
          <p:nvPr/>
        </p:nvSpPr>
        <p:spPr>
          <a:xfrm>
            <a:off x="8161560" y="635040"/>
            <a:ext cx="3395880" cy="5587560"/>
          </a:xfrm>
          <a:custGeom>
            <a:avLst/>
            <a:gdLst>
              <a:gd name="textAreaLeft" fmla="*/ 0 w 3395880"/>
              <a:gd name="textAreaRight" fmla="*/ 3396240 w 3395880"/>
              <a:gd name="textAreaTop" fmla="*/ 0 h 5587560"/>
              <a:gd name="textAreaBottom" fmla="*/ 5587920 h 5587560"/>
              <a:gd name="GluePoint1X" fmla="*/ 1929181 w 3396297"/>
              <a:gd name="GluePoint1Y" fmla="*/ 1368 h 5588000"/>
              <a:gd name="GluePoint2X" fmla="*/ 3287836 w 3396297"/>
              <a:gd name="GluePoint2Y" fmla="*/ 1834072 h 5588000"/>
              <a:gd name="GluePoint3X" fmla="*/ 3394798 w 3396297"/>
              <a:gd name="GluePoint3Y" fmla="*/ 3834421 h 5588000"/>
              <a:gd name="GluePoint4X" fmla="*/ 972874 w 3396297"/>
              <a:gd name="GluePoint4Y" fmla="*/ 5452885 h 5588000"/>
              <a:gd name="GluePoint5X" fmla="*/ 201220 w 3396297"/>
              <a:gd name="GluePoint5Y" fmla="*/ 3207039 h 5588000"/>
              <a:gd name="GluePoint6X" fmla="*/ 483905 w 3396297"/>
              <a:gd name="GluePoint6Y" fmla="*/ 1133950 h 5588000"/>
              <a:gd name="GluePoint7X" fmla="*/ 1929181 w 3396297"/>
              <a:gd name="GluePoint7Y" fmla="*/ 1368 h 558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lang="es-ES" sz="1800" b="0" u="none" strike="noStrike">
              <a:solidFill>
                <a:srgbClr val="000000"/>
              </a:solidFill>
              <a:effectLst/>
              <a:uFillTx/>
              <a:latin typeface="Arial"/>
            </a:endParaRPr>
          </a:p>
        </p:txBody>
      </p:sp>
    </p:spTree>
  </p:cSld>
  <p:transition>
    <p:fade/>
  </p:transition>
  <p:timing>
    <p:tnLst>
      <p:par>
        <p:cTn id="89" dur="indefinite" restart="never" nodeType="tmRoot">
          <p:childTnLst>
            <p:seq>
              <p:cTn id="90" dur="indefinite" nodeType="mainSeq">
                <p:childTnLst>
                  <p:par>
                    <p:cTn id="91" fill="hold">
                      <p:stCondLst>
                        <p:cond delay="0"/>
                      </p:stCondLst>
                      <p:childTnLst>
                        <p:par>
                          <p:cTn id="92" fill="hold">
                            <p:stCondLst>
                              <p:cond delay="0"/>
                            </p:stCondLst>
                            <p:childTnLst>
                              <p:par>
                                <p:cTn id="93" presetID="42" presetClass="entr" fill="hold" nodeType="withEffect">
                                  <p:stCondLst>
                                    <p:cond delay="250"/>
                                  </p:stCondLst>
                                  <p:iterate type="el">
                                    <p:tmAbs val="100"/>
                                  </p:iterate>
                                  <p:childTnLst>
                                    <p:set>
                                      <p:cBhvr>
                                        <p:cTn id="94" dur="1" fill="hold">
                                          <p:stCondLst>
                                            <p:cond delay="0"/>
                                          </p:stCondLst>
                                        </p:cTn>
                                        <p:tgtEl>
                                          <p:spTgt spid="505"/>
                                        </p:tgtEl>
                                        <p:attrNameLst>
                                          <p:attrName>style.visibility</p:attrName>
                                        </p:attrNameLst>
                                      </p:cBhvr>
                                      <p:to>
                                        <p:strVal val="visible"/>
                                      </p:to>
                                    </p:set>
                                    <p:animEffect filter="fade" transition="in">
                                      <p:cBhvr additive="repl">
                                        <p:cTn id="95" dur="250"/>
                                        <p:tgtEl>
                                          <p:spTgt spid="505"/>
                                        </p:tgtEl>
                                      </p:cBhvr>
                                    </p:animEffect>
                                    <p:anim calcmode="lin" valueType="num">
                                      <p:cBhvr additive="repl">
                                        <p:cTn id="96" dur="250" fill="hold"/>
                                        <p:tgtEl>
                                          <p:spTgt spid="505"/>
                                        </p:tgtEl>
                                        <p:attrNameLst>
                                          <p:attrName>ppt_x</p:attrName>
                                        </p:attrNameLst>
                                      </p:cBhvr>
                                      <p:tavLst>
                                        <p:tav>
                                          <p:val>
                                            <p:strVal val="#ppt_x"/>
                                          </p:val>
                                        </p:tav>
                                        <p:tav tm="100000">
                                          <p:val>
                                            <p:strVal val="#ppt_x"/>
                                          </p:val>
                                        </p:tav>
                                      </p:tavLst>
                                    </p:anim>
                                    <p:anim calcmode="lin" valueType="num">
                                      <p:cBhvr additive="repl">
                                        <p:cTn id="97" dur="250" fill="hold"/>
                                        <p:tgtEl>
                                          <p:spTgt spid="505"/>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allejón del caramelo">
  <a:themeElements>
    <a:clrScheme name="Custom 68">
      <a:dk1>
        <a:srgbClr val="000000"/>
      </a:dk1>
      <a:lt1>
        <a:srgbClr val="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pitchFamily="0" charset="1"/>
        <a:ea typeface=""/>
        <a:cs typeface=""/>
      </a:majorFont>
      <a:minorFont>
        <a:latin typeface="Corbe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LibreOffice/25.8.5.2$Windows_X86_64 LibreOffice_project/9c8b85f387cc00a89945a79c9e6239f32e450ac2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ammd07@educastillalamancha.es</dc:creator>
  <dc:description/>
  <dc:language>es-ES</dc:language>
  <cp:lastModifiedBy/>
  <dcterms:modified xsi:type="dcterms:W3CDTF">2026-04-27T19:10:53Z</dcterms:modified>
  <cp:revision>1</cp:revision>
  <dc:subject/>
  <dc:title/>
</cp:coreProperties>
</file>